
<file path=[Content_Types].xml><?xml version="1.0" encoding="utf-8"?>
<Types xmlns="http://schemas.openxmlformats.org/package/2006/content-types">
  <Default Extension="png" ContentType="image/png"/>
  <Default Extension="jpg&amp;ehk=" ContentType="image/jpeg"/>
  <Default Extension="png&amp;ehk=CKz7" ContentType="image/png"/>
  <Default Extension="jpeg" ContentType="image/jpeg"/>
  <Default Extension="rels" ContentType="application/vnd.openxmlformats-package.relationships+xml"/>
  <Default Extension="xml" ContentType="application/xml"/>
  <Default Extension="jpg&amp;ehk=8tT" ContentType="image/jpeg"/>
  <Default Extension="gif" ContentType="image/gif"/>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753" r:id="rId2"/>
  </p:sldMasterIdLst>
  <p:notesMasterIdLst>
    <p:notesMasterId r:id="rId14"/>
  </p:notesMasterIdLst>
  <p:handoutMasterIdLst>
    <p:handoutMasterId r:id="rId15"/>
  </p:handoutMasterIdLst>
  <p:sldIdLst>
    <p:sldId id="256" r:id="rId3"/>
    <p:sldId id="260" r:id="rId4"/>
    <p:sldId id="261" r:id="rId5"/>
    <p:sldId id="286" r:id="rId6"/>
    <p:sldId id="266" r:id="rId7"/>
    <p:sldId id="285" r:id="rId8"/>
    <p:sldId id="279" r:id="rId9"/>
    <p:sldId id="284" r:id="rId10"/>
    <p:sldId id="281" r:id="rId11"/>
    <p:sldId id="283" r:id="rId12"/>
    <p:sldId id="272" r:id="rId13"/>
  </p:sldIdLst>
  <p:sldSz cx="12192000" cy="6858000"/>
  <p:notesSz cx="7023100" cy="93091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7" autoAdjust="0"/>
    <p:restoredTop sz="92901"/>
  </p:normalViewPr>
  <p:slideViewPr>
    <p:cSldViewPr snapToGrid="0" showGuides="1">
      <p:cViewPr varScale="1">
        <p:scale>
          <a:sx n="67" d="100"/>
          <a:sy n="67" d="100"/>
        </p:scale>
        <p:origin x="858" y="72"/>
      </p:cViewPr>
      <p:guideLst>
        <p:guide orient="horz" pos="2160"/>
        <p:guide pos="3840"/>
      </p:guideLst>
    </p:cSldViewPr>
  </p:slideViewPr>
  <p:notesTextViewPr>
    <p:cViewPr>
      <p:scale>
        <a:sx n="1" d="1"/>
        <a:sy n="1" d="1"/>
      </p:scale>
      <p:origin x="0" y="0"/>
    </p:cViewPr>
  </p:notesTextViewPr>
  <p:notesViewPr>
    <p:cSldViewPr snapToGrid="0">
      <p:cViewPr varScale="1">
        <p:scale>
          <a:sx n="63" d="100"/>
          <a:sy n="63" d="100"/>
        </p:scale>
        <p:origin x="2808"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1.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amp;ehk=8tT"/><Relationship Id="rId1" Type="http://schemas.openxmlformats.org/officeDocument/2006/relationships/image" Target="../media/image2.png"/><Relationship Id="rId6" Type="http://schemas.openxmlformats.org/officeDocument/2006/relationships/image" Target="../media/image7.jpeg"/><Relationship Id="rId5" Type="http://schemas.openxmlformats.org/officeDocument/2006/relationships/image" Target="../media/image6.png&amp;ehk=CKz7"/><Relationship Id="rId4" Type="http://schemas.openxmlformats.org/officeDocument/2006/relationships/image" Target="../media/image5.jpg&amp;ehk="/></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amp;ehk=8tT"/><Relationship Id="rId1" Type="http://schemas.openxmlformats.org/officeDocument/2006/relationships/image" Target="../media/image2.png"/><Relationship Id="rId6" Type="http://schemas.openxmlformats.org/officeDocument/2006/relationships/image" Target="../media/image7.jpeg"/><Relationship Id="rId5" Type="http://schemas.openxmlformats.org/officeDocument/2006/relationships/image" Target="../media/image6.png&amp;ehk=CKz7"/><Relationship Id="rId4" Type="http://schemas.openxmlformats.org/officeDocument/2006/relationships/image" Target="../media/image5.jpg&amp;ehk="/></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CFE5751-E967-49B0-8892-30B014C9F836}" type="doc">
      <dgm:prSet loTypeId="urn:microsoft.com/office/officeart/2008/layout/AscendingPictureAccentProcess" loCatId="process" qsTypeId="urn:microsoft.com/office/officeart/2005/8/quickstyle/simple1" qsCatId="simple" csTypeId="urn:microsoft.com/office/officeart/2005/8/colors/accent1_2" csCatId="accent1" phldr="1"/>
      <dgm:spPr/>
      <dgm:t>
        <a:bodyPr/>
        <a:lstStyle/>
        <a:p>
          <a:endParaRPr lang="en-US"/>
        </a:p>
      </dgm:t>
    </dgm:pt>
    <dgm:pt modelId="{425FD944-9B9A-4B5C-BC66-F0A21870880B}">
      <dgm:prSet phldrT="[Text]"/>
      <dgm:spPr/>
      <dgm:t>
        <a:bodyPr/>
        <a:lstStyle/>
        <a:p>
          <a:r>
            <a:rPr lang="en-IN" dirty="0"/>
            <a:t>City Name</a:t>
          </a:r>
          <a:endParaRPr lang="en-US" dirty="0"/>
        </a:p>
      </dgm:t>
    </dgm:pt>
    <dgm:pt modelId="{BFDE7844-1FCC-4DEA-85C1-4B368CB027B8}" type="parTrans" cxnId="{A7DECB4A-D8EF-474A-B02E-27F7E2AFDB05}">
      <dgm:prSet/>
      <dgm:spPr/>
      <dgm:t>
        <a:bodyPr/>
        <a:lstStyle/>
        <a:p>
          <a:endParaRPr lang="en-US"/>
        </a:p>
      </dgm:t>
    </dgm:pt>
    <dgm:pt modelId="{708E819D-FB50-4364-85F2-A3408FD9285A}" type="sibTrans" cxnId="{A7DECB4A-D8EF-474A-B02E-27F7E2AFDB05}">
      <dgm:prSet/>
      <dgm:spPr>
        <a:blipFill dpi="0" rotWithShape="1">
          <a:blip xmlns:r="http://schemas.openxmlformats.org/officeDocument/2006/relationships" r:embed="rId1">
            <a:extLst>
              <a:ext uri="{28A0092B-C50C-407E-A947-70E740481C1C}">
                <a14:useLocalDpi xmlns:a14="http://schemas.microsoft.com/office/drawing/2010/main" val="0"/>
              </a:ext>
            </a:extLst>
          </a:blip>
          <a:srcRect/>
          <a:stretch>
            <a:fillRect l="1503" t="1503" r="1503" b="9263"/>
          </a:stretch>
        </a:blipFill>
      </dgm:spPr>
      <dgm:t>
        <a:bodyPr/>
        <a:lstStyle/>
        <a:p>
          <a:endParaRPr lang="en-US"/>
        </a:p>
      </dgm:t>
    </dgm:pt>
    <dgm:pt modelId="{03832923-2510-4DE2-BC35-103E5C3AA624}">
      <dgm:prSet phldrT="[Text]"/>
      <dgm:spPr/>
      <dgm:t>
        <a:bodyPr/>
        <a:lstStyle/>
        <a:p>
          <a:r>
            <a:rPr lang="en-IN" dirty="0"/>
            <a:t>Get Weather</a:t>
          </a:r>
          <a:endParaRPr lang="en-US" dirty="0"/>
        </a:p>
      </dgm:t>
    </dgm:pt>
    <dgm:pt modelId="{38D60330-85D7-4BDC-A96E-D244F2EEF9BB}" type="parTrans" cxnId="{3A5C3232-C34D-440A-8357-3824581C2F98}">
      <dgm:prSet/>
      <dgm:spPr/>
      <dgm:t>
        <a:bodyPr/>
        <a:lstStyle/>
        <a:p>
          <a:endParaRPr lang="en-US"/>
        </a:p>
      </dgm:t>
    </dgm:pt>
    <dgm:pt modelId="{5FFABD9B-79E7-40CA-9FC5-BD876FD57D2D}" type="sibTrans" cxnId="{3A5C3232-C34D-440A-8357-3824581C2F98}">
      <dgm:prSet/>
      <dgm:spPr>
        <a:blipFill>
          <a:blip xmlns:r="http://schemas.openxmlformats.org/officeDocument/2006/relationships" r:embed="rId2">
            <a:extLst>
              <a:ext uri="{28A0092B-C50C-407E-A947-70E740481C1C}">
                <a14:useLocalDpi xmlns:a14="http://schemas.microsoft.com/office/drawing/2010/main" val="0"/>
              </a:ext>
            </a:extLst>
          </a:blip>
          <a:srcRect/>
          <a:stretch>
            <a:fillRect/>
          </a:stretch>
        </a:blipFill>
      </dgm:spPr>
      <dgm:t>
        <a:bodyPr/>
        <a:lstStyle/>
        <a:p>
          <a:endParaRPr lang="en-US"/>
        </a:p>
      </dgm:t>
      <dgm:extLst>
        <a:ext uri="{E40237B7-FDA0-4F09-8148-C483321AD2D9}">
          <dgm14:cNvPr xmlns:dgm14="http://schemas.microsoft.com/office/drawing/2010/diagram" id="0" name="" descr="Treo Handy &lt;strong&gt;Weather Graph&lt;/strong&gt; 2"/>
        </a:ext>
      </dgm:extLst>
    </dgm:pt>
    <dgm:pt modelId="{69081636-CCC0-48C8-A8C3-73877C22B40D}">
      <dgm:prSet phldrT="[Text]"/>
      <dgm:spPr/>
      <dgm:t>
        <a:bodyPr/>
        <a:lstStyle/>
        <a:p>
          <a:r>
            <a:rPr lang="en-IN" dirty="0"/>
            <a:t>Visualization-1.</a:t>
          </a:r>
          <a:endParaRPr lang="en-US" dirty="0"/>
        </a:p>
      </dgm:t>
    </dgm:pt>
    <dgm:pt modelId="{6FA74973-93A1-4EFD-B950-D8BFDE48594F}" type="parTrans" cxnId="{032B072D-996E-43FB-AC97-3E97659A6178}">
      <dgm:prSet/>
      <dgm:spPr/>
      <dgm:t>
        <a:bodyPr/>
        <a:lstStyle/>
        <a:p>
          <a:endParaRPr lang="en-US"/>
        </a:p>
      </dgm:t>
    </dgm:pt>
    <dgm:pt modelId="{E1355696-1239-422B-A58C-7E19DB84A74A}" type="sibTrans" cxnId="{032B072D-996E-43FB-AC97-3E97659A6178}">
      <dgm:prSet/>
      <dgm:spPr/>
      <dgm:t>
        <a:bodyPr/>
        <a:lstStyle/>
        <a:p>
          <a:endParaRPr lang="en-US"/>
        </a:p>
      </dgm:t>
    </dgm:pt>
    <dgm:pt modelId="{4201E198-3E95-4189-8385-C33AAA704817}">
      <dgm:prSet phldrT="[Text]"/>
      <dgm:spPr/>
      <dgm:t>
        <a:bodyPr/>
        <a:lstStyle/>
        <a:p>
          <a:r>
            <a:rPr lang="en-IN" dirty="0"/>
            <a:t>Pollution Index</a:t>
          </a:r>
          <a:endParaRPr lang="en-US" dirty="0"/>
        </a:p>
      </dgm:t>
    </dgm:pt>
    <dgm:pt modelId="{93E10A88-B628-4F55-9CE5-74816AD5565A}" type="parTrans" cxnId="{E903AFDA-2C42-4F85-B0F4-1068252E13CB}">
      <dgm:prSet/>
      <dgm:spPr/>
      <dgm:t>
        <a:bodyPr/>
        <a:lstStyle/>
        <a:p>
          <a:endParaRPr lang="en-US"/>
        </a:p>
      </dgm:t>
    </dgm:pt>
    <dgm:pt modelId="{2E786BB7-D425-4FA3-9E25-FD898259E8A4}" type="sibTrans" cxnId="{E903AFDA-2C42-4F85-B0F4-1068252E13CB}">
      <dgm:prSet/>
      <dgm:spPr>
        <a:blipFill dpi="0" rotWithShape="1">
          <a:blip xmlns:r="http://schemas.openxmlformats.org/officeDocument/2006/relationships" r:embed="rId3" cstate="print">
            <a:extLst>
              <a:ext uri="{28A0092B-C50C-407E-A947-70E740481C1C}">
                <a14:useLocalDpi xmlns:a14="http://schemas.microsoft.com/office/drawing/2010/main"/>
              </a:ext>
            </a:extLst>
          </a:blip>
          <a:srcRect/>
          <a:stretch>
            <a:fillRect b="26721"/>
          </a:stretch>
        </a:blipFill>
      </dgm:spPr>
      <dgm:t>
        <a:bodyPr/>
        <a:lstStyle/>
        <a:p>
          <a:endParaRPr lang="en-US"/>
        </a:p>
      </dgm:t>
      <dgm:extLst>
        <a:ext uri="{E40237B7-FDA0-4F09-8148-C483321AD2D9}">
          <dgm14:cNvPr xmlns:dgm14="http://schemas.microsoft.com/office/drawing/2010/diagram" id="0" name="" descr="Air &lt;strong&gt;pollution&lt;/strong&gt; index, by pollutant, in Metropolitan France (excluding ..."/>
        </a:ext>
      </dgm:extLst>
    </dgm:pt>
    <dgm:pt modelId="{F8522445-A839-48AD-8DD4-311ECD209AA3}">
      <dgm:prSet phldrT="[Text]"/>
      <dgm:spPr/>
      <dgm:t>
        <a:bodyPr/>
        <a:lstStyle/>
        <a:p>
          <a:r>
            <a:rPr lang="en-IN" dirty="0"/>
            <a:t>Comparison with other countries and WHO level.</a:t>
          </a:r>
          <a:endParaRPr lang="en-US" dirty="0"/>
        </a:p>
      </dgm:t>
    </dgm:pt>
    <dgm:pt modelId="{4587F5D8-74AF-4976-8D27-789000CCA15C}" type="parTrans" cxnId="{6D265C16-08F8-42B4-90A1-7F16115672A4}">
      <dgm:prSet/>
      <dgm:spPr/>
      <dgm:t>
        <a:bodyPr/>
        <a:lstStyle/>
        <a:p>
          <a:endParaRPr lang="en-US"/>
        </a:p>
      </dgm:t>
    </dgm:pt>
    <dgm:pt modelId="{691F835B-B7D0-4B97-AEAA-4B73A1CC6674}" type="sibTrans" cxnId="{6D265C16-08F8-42B4-90A1-7F16115672A4}">
      <dgm:prSet/>
      <dgm:spPr/>
      <dgm:t>
        <a:bodyPr/>
        <a:lstStyle/>
        <a:p>
          <a:endParaRPr lang="en-US"/>
        </a:p>
      </dgm:t>
    </dgm:pt>
    <dgm:pt modelId="{8E4178C0-BAD2-46AE-8182-D13DB8019A19}">
      <dgm:prSet phldrT="[Text]"/>
      <dgm:spPr/>
      <dgm:t>
        <a:bodyPr/>
        <a:lstStyle/>
        <a:p>
          <a:r>
            <a:rPr lang="en-IN" dirty="0"/>
            <a:t>For weather information</a:t>
          </a:r>
          <a:endParaRPr lang="en-US" dirty="0"/>
        </a:p>
      </dgm:t>
    </dgm:pt>
    <dgm:pt modelId="{D1CC210F-3168-4CA3-B547-AF8DF011B5CA}" type="sibTrans" cxnId="{3044A6FE-5793-4F7C-A46D-146875B3FFFB}">
      <dgm:prSet/>
      <dgm:spPr/>
      <dgm:t>
        <a:bodyPr/>
        <a:lstStyle/>
        <a:p>
          <a:endParaRPr lang="en-US"/>
        </a:p>
      </dgm:t>
    </dgm:pt>
    <dgm:pt modelId="{954BF7FF-27F8-494D-A3C2-176566EE289D}" type="parTrans" cxnId="{3044A6FE-5793-4F7C-A46D-146875B3FFFB}">
      <dgm:prSet/>
      <dgm:spPr/>
      <dgm:t>
        <a:bodyPr/>
        <a:lstStyle/>
        <a:p>
          <a:endParaRPr lang="en-US"/>
        </a:p>
      </dgm:t>
    </dgm:pt>
    <dgm:pt modelId="{D2F76CB7-A8FC-441C-A223-BD658D76244B}">
      <dgm:prSet/>
      <dgm:spPr/>
      <dgm:t>
        <a:bodyPr/>
        <a:lstStyle/>
        <a:p>
          <a:r>
            <a:rPr lang="en-IN" dirty="0"/>
            <a:t>Greenhouse gas source emission.</a:t>
          </a:r>
          <a:endParaRPr lang="en-US" dirty="0"/>
        </a:p>
      </dgm:t>
    </dgm:pt>
    <dgm:pt modelId="{E8B49567-A5BE-4727-A9C5-CB78F0DE6A9E}" type="parTrans" cxnId="{9107EA21-BF14-4D35-B7FA-2EDBCA8025DE}">
      <dgm:prSet/>
      <dgm:spPr/>
      <dgm:t>
        <a:bodyPr/>
        <a:lstStyle/>
        <a:p>
          <a:endParaRPr lang="en-US"/>
        </a:p>
      </dgm:t>
    </dgm:pt>
    <dgm:pt modelId="{EFD72082-2731-4123-B996-EC41049032BA}" type="sibTrans" cxnId="{9107EA21-BF14-4D35-B7FA-2EDBCA8025DE}">
      <dgm:prSet/>
      <dgm:spPr>
        <a:blipFill>
          <a:blip xmlns:r="http://schemas.openxmlformats.org/officeDocument/2006/relationships" r:embed="rId4"/>
          <a:srcRect/>
          <a:stretch>
            <a:fillRect t="-1000" b="-1000"/>
          </a:stretch>
        </a:blipFill>
      </dgm:spPr>
      <dgm:t>
        <a:bodyPr/>
        <a:lstStyle/>
        <a:p>
          <a:endParaRPr lang="en-US"/>
        </a:p>
      </dgm:t>
      <dgm:extLst>
        <a:ext uri="{E40237B7-FDA0-4F09-8148-C483321AD2D9}">
          <dgm14:cNvPr xmlns:dgm14="http://schemas.microsoft.com/office/drawing/2010/diagram" id="0" name="" descr="Global warming said to be a reality. Said to cause extreme weather ..."/>
        </a:ext>
      </dgm:extLst>
    </dgm:pt>
    <dgm:pt modelId="{E9A3E7CA-8744-4279-AD94-2CC7E08F9BDE}">
      <dgm:prSet/>
      <dgm:spPr/>
      <dgm:t>
        <a:bodyPr/>
        <a:lstStyle/>
        <a:p>
          <a:r>
            <a:rPr lang="en-IN" dirty="0"/>
            <a:t>Forest Area on globe – by country.</a:t>
          </a:r>
          <a:endParaRPr lang="en-US" dirty="0"/>
        </a:p>
      </dgm:t>
    </dgm:pt>
    <dgm:pt modelId="{D5E3D719-5DAA-4554-8060-0245F242B287}" type="parTrans" cxnId="{562912DC-6A53-43FE-AFB3-126CF5F008DE}">
      <dgm:prSet/>
      <dgm:spPr/>
      <dgm:t>
        <a:bodyPr/>
        <a:lstStyle/>
        <a:p>
          <a:endParaRPr lang="en-US"/>
        </a:p>
      </dgm:t>
    </dgm:pt>
    <dgm:pt modelId="{566AF27E-F385-4D19-9443-1E8C5FD01C4A}" type="sibTrans" cxnId="{562912DC-6A53-43FE-AFB3-126CF5F008DE}">
      <dgm:prSet/>
      <dgm:spPr>
        <a:blipFill>
          <a:blip xmlns:r="http://schemas.openxmlformats.org/officeDocument/2006/relationships" r:embed="rId5">
            <a:extLst>
              <a:ext uri="{28A0092B-C50C-407E-A947-70E740481C1C}">
                <a14:useLocalDpi xmlns:a14="http://schemas.microsoft.com/office/drawing/2010/main" val="0"/>
              </a:ext>
            </a:extLst>
          </a:blip>
          <a:srcRect/>
          <a:stretch>
            <a:fillRect l="-19000" r="-19000"/>
          </a:stretch>
        </a:blipFill>
      </dgm:spPr>
      <dgm:t>
        <a:bodyPr/>
        <a:lstStyle/>
        <a:p>
          <a:endParaRPr lang="en-US"/>
        </a:p>
      </dgm:t>
      <dgm:extLst>
        <a:ext uri="{E40237B7-FDA0-4F09-8148-C483321AD2D9}">
          <dgm14:cNvPr xmlns:dgm14="http://schemas.microsoft.com/office/drawing/2010/diagram" id="0" name="" descr="BIG DARK &lt;strong&gt;FOREST&lt;/strong&gt;"/>
        </a:ext>
      </dgm:extLst>
    </dgm:pt>
    <dgm:pt modelId="{D6F81F62-08B7-4D37-BA12-E4A2A1BFB356}">
      <dgm:prSet/>
      <dgm:spPr/>
      <dgm:t>
        <a:bodyPr/>
        <a:lstStyle/>
        <a:p>
          <a:r>
            <a:rPr lang="en-IN" dirty="0"/>
            <a:t>CO2 emission by source and countries</a:t>
          </a:r>
          <a:endParaRPr lang="en-US" dirty="0"/>
        </a:p>
      </dgm:t>
    </dgm:pt>
    <dgm:pt modelId="{D60799DC-CDBD-46B7-96DC-3423B57A6E8B}" type="parTrans" cxnId="{2ED1E3EB-4066-43E0-8909-B80618D2B6F6}">
      <dgm:prSet/>
      <dgm:spPr/>
      <dgm:t>
        <a:bodyPr/>
        <a:lstStyle/>
        <a:p>
          <a:endParaRPr lang="en-US"/>
        </a:p>
      </dgm:t>
    </dgm:pt>
    <dgm:pt modelId="{5FA39B50-F234-48A4-A05F-0EE9F7167DEA}" type="sibTrans" cxnId="{2ED1E3EB-4066-43E0-8909-B80618D2B6F6}">
      <dgm:prSet/>
      <dgm:spPr>
        <a:blipFill>
          <a:blip xmlns:r="http://schemas.openxmlformats.org/officeDocument/2006/relationships" r:embed="rId6" cstate="print">
            <a:extLst>
              <a:ext uri="{28A0092B-C50C-407E-A947-70E740481C1C}">
                <a14:useLocalDpi xmlns:a14="http://schemas.microsoft.com/office/drawing/2010/main" val="0"/>
              </a:ext>
            </a:extLst>
          </a:blip>
          <a:srcRect/>
          <a:stretch>
            <a:fillRect/>
          </a:stretch>
        </a:blipFill>
      </dgm:spPr>
      <dgm:t>
        <a:bodyPr/>
        <a:lstStyle/>
        <a:p>
          <a:endParaRPr lang="en-US"/>
        </a:p>
      </dgm:t>
      <dgm:extLst>
        <a:ext uri="{E40237B7-FDA0-4F09-8148-C483321AD2D9}">
          <dgm14:cNvPr xmlns:dgm14="http://schemas.microsoft.com/office/drawing/2010/diagram" id="0" name="" descr="Circa 3 milioni di persone visitano il Taj Mahal ogni anno. Questo ..."/>
        </a:ext>
      </dgm:extLst>
    </dgm:pt>
    <dgm:pt modelId="{72ED90B9-53F3-424A-9D77-4400B7F287AC}">
      <dgm:prSet phldrT="[Text]"/>
      <dgm:spPr/>
      <dgm:t>
        <a:bodyPr/>
        <a:lstStyle/>
        <a:p>
          <a:r>
            <a:rPr lang="en-IN" dirty="0"/>
            <a:t>Countries emitting Greenhouse gases over the years</a:t>
          </a:r>
          <a:endParaRPr lang="en-US" dirty="0"/>
        </a:p>
      </dgm:t>
    </dgm:pt>
    <dgm:pt modelId="{18BA059F-CEC5-4F9E-9286-DDF3A030789F}" type="parTrans" cxnId="{392238C6-59C6-4954-B61B-8A1569EF1286}">
      <dgm:prSet/>
      <dgm:spPr/>
      <dgm:t>
        <a:bodyPr/>
        <a:lstStyle/>
        <a:p>
          <a:endParaRPr lang="en-US"/>
        </a:p>
      </dgm:t>
    </dgm:pt>
    <dgm:pt modelId="{58E5E922-54D4-49C9-AC68-0DBAA223B12C}" type="sibTrans" cxnId="{392238C6-59C6-4954-B61B-8A1569EF1286}">
      <dgm:prSet/>
      <dgm:spPr/>
      <dgm:t>
        <a:bodyPr/>
        <a:lstStyle/>
        <a:p>
          <a:endParaRPr lang="en-US"/>
        </a:p>
      </dgm:t>
    </dgm:pt>
    <dgm:pt modelId="{22EF70BF-B00F-49D2-A8EC-4460F8876C6E}">
      <dgm:prSet phldrT="[Text]"/>
      <dgm:spPr/>
      <dgm:t>
        <a:bodyPr/>
        <a:lstStyle/>
        <a:p>
          <a:r>
            <a:rPr lang="en-IN" dirty="0"/>
            <a:t>% of forest area of total area </a:t>
          </a:r>
          <a:endParaRPr lang="en-US" dirty="0"/>
        </a:p>
      </dgm:t>
    </dgm:pt>
    <dgm:pt modelId="{5E9E12F2-F466-48F1-82C9-57BA24F36503}" type="sibTrans" cxnId="{CEFFE5E1-E1B0-4FAF-83C8-9FA2206F77AC}">
      <dgm:prSet/>
      <dgm:spPr/>
      <dgm:t>
        <a:bodyPr/>
        <a:lstStyle/>
        <a:p>
          <a:endParaRPr lang="en-US"/>
        </a:p>
      </dgm:t>
    </dgm:pt>
    <dgm:pt modelId="{07FB071C-F823-4F1B-88F7-F6C6F502A928}" type="parTrans" cxnId="{CEFFE5E1-E1B0-4FAF-83C8-9FA2206F77AC}">
      <dgm:prSet/>
      <dgm:spPr/>
      <dgm:t>
        <a:bodyPr/>
        <a:lstStyle/>
        <a:p>
          <a:endParaRPr lang="en-US"/>
        </a:p>
      </dgm:t>
    </dgm:pt>
    <dgm:pt modelId="{82F78FEB-4EF6-4C5E-AA24-90BC3F2E282D}" type="pres">
      <dgm:prSet presAssocID="{5CFE5751-E967-49B0-8892-30B014C9F836}" presName="Name0" presStyleCnt="0">
        <dgm:presLayoutVars>
          <dgm:chMax val="7"/>
          <dgm:chPref val="7"/>
          <dgm:dir/>
        </dgm:presLayoutVars>
      </dgm:prSet>
      <dgm:spPr/>
    </dgm:pt>
    <dgm:pt modelId="{E6E244EC-9F17-4995-99AD-372E508744B3}" type="pres">
      <dgm:prSet presAssocID="{5CFE5751-E967-49B0-8892-30B014C9F836}" presName="dot1" presStyleLbl="alignNode1" presStyleIdx="0" presStyleCnt="17" custLinFactX="-690593" custLinFactY="-59838" custLinFactNeighborX="-700000" custLinFactNeighborY="-100000"/>
      <dgm:spPr/>
    </dgm:pt>
    <dgm:pt modelId="{C0401D03-B36F-407D-AC05-AC8CA2C24960}" type="pres">
      <dgm:prSet presAssocID="{5CFE5751-E967-49B0-8892-30B014C9F836}" presName="dot2" presStyleLbl="alignNode1" presStyleIdx="1" presStyleCnt="17" custLinFactX="-690593" custLinFactY="-59838" custLinFactNeighborX="-700000" custLinFactNeighborY="-100000"/>
      <dgm:spPr/>
    </dgm:pt>
    <dgm:pt modelId="{E1B5CA32-56A9-4B44-9079-2AF8A5F22786}" type="pres">
      <dgm:prSet presAssocID="{5CFE5751-E967-49B0-8892-30B014C9F836}" presName="dot3" presStyleLbl="alignNode1" presStyleIdx="2" presStyleCnt="17" custLinFactX="-690593" custLinFactY="-59838" custLinFactNeighborX="-700000" custLinFactNeighborY="-100000"/>
      <dgm:spPr/>
    </dgm:pt>
    <dgm:pt modelId="{D4AEEBD8-ACCE-461C-953D-ED84B6ED9527}" type="pres">
      <dgm:prSet presAssocID="{5CFE5751-E967-49B0-8892-30B014C9F836}" presName="dot4" presStyleLbl="alignNode1" presStyleIdx="3" presStyleCnt="17" custLinFactX="-690593" custLinFactY="-59838" custLinFactNeighborX="-700000" custLinFactNeighborY="-100000"/>
      <dgm:spPr/>
    </dgm:pt>
    <dgm:pt modelId="{5F47BA7E-ABBB-4D88-9CC0-98478904E8EB}" type="pres">
      <dgm:prSet presAssocID="{5CFE5751-E967-49B0-8892-30B014C9F836}" presName="dot5" presStyleLbl="alignNode1" presStyleIdx="4" presStyleCnt="17" custLinFactX="-690593" custLinFactY="-59838" custLinFactNeighborX="-700000" custLinFactNeighborY="-100000"/>
      <dgm:spPr/>
    </dgm:pt>
    <dgm:pt modelId="{5A6F846C-845C-453A-8528-1599BB32B781}" type="pres">
      <dgm:prSet presAssocID="{5CFE5751-E967-49B0-8892-30B014C9F836}" presName="dot6" presStyleLbl="alignNode1" presStyleIdx="5" presStyleCnt="17" custLinFactX="-690593" custLinFactY="-59838" custLinFactNeighborX="-700000" custLinFactNeighborY="-100000"/>
      <dgm:spPr/>
    </dgm:pt>
    <dgm:pt modelId="{49C2D3D2-5080-4454-98AC-295E30AE4CF3}" type="pres">
      <dgm:prSet presAssocID="{5CFE5751-E967-49B0-8892-30B014C9F836}" presName="dot7" presStyleLbl="alignNode1" presStyleIdx="6" presStyleCnt="17" custLinFactX="-690593" custLinFactY="-59838" custLinFactNeighborX="-700000" custLinFactNeighborY="-100000"/>
      <dgm:spPr/>
    </dgm:pt>
    <dgm:pt modelId="{7215B4B4-1DF7-4378-895F-1EABF13A8A9C}" type="pres">
      <dgm:prSet presAssocID="{5CFE5751-E967-49B0-8892-30B014C9F836}" presName="dot8" presStyleLbl="alignNode1" presStyleIdx="7" presStyleCnt="17" custLinFactX="-690593" custLinFactY="-59838" custLinFactNeighborX="-700000" custLinFactNeighborY="-100000"/>
      <dgm:spPr/>
    </dgm:pt>
    <dgm:pt modelId="{F35B0DB1-8332-40B1-B0B1-AF23912DEC50}" type="pres">
      <dgm:prSet presAssocID="{5CFE5751-E967-49B0-8892-30B014C9F836}" presName="dot9" presStyleLbl="alignNode1" presStyleIdx="8" presStyleCnt="17" custLinFactX="-690593" custLinFactY="-59838" custLinFactNeighborX="-700000" custLinFactNeighborY="-100000"/>
      <dgm:spPr/>
    </dgm:pt>
    <dgm:pt modelId="{9987BE6E-385B-4919-BD0B-A9ACD59095F9}" type="pres">
      <dgm:prSet presAssocID="{5CFE5751-E967-49B0-8892-30B014C9F836}" presName="dot10" presStyleLbl="alignNode1" presStyleIdx="9" presStyleCnt="17" custLinFactX="-690593" custLinFactY="-59838" custLinFactNeighborX="-700000" custLinFactNeighborY="-100000"/>
      <dgm:spPr/>
    </dgm:pt>
    <dgm:pt modelId="{3E7AE751-B02B-4624-804B-BAD258C2E245}" type="pres">
      <dgm:prSet presAssocID="{5CFE5751-E967-49B0-8892-30B014C9F836}" presName="dotArrow1" presStyleLbl="alignNode1" presStyleIdx="10" presStyleCnt="17" custLinFactX="-690593" custLinFactY="-59838" custLinFactNeighborX="-700000" custLinFactNeighborY="-100000"/>
      <dgm:spPr/>
    </dgm:pt>
    <dgm:pt modelId="{85FD1650-FBC4-47BB-ACC1-98CA7FA20DFD}" type="pres">
      <dgm:prSet presAssocID="{5CFE5751-E967-49B0-8892-30B014C9F836}" presName="dotArrow2" presStyleLbl="alignNode1" presStyleIdx="11" presStyleCnt="17" custLinFactX="-690593" custLinFactY="-59838" custLinFactNeighborX="-700000" custLinFactNeighborY="-100000"/>
      <dgm:spPr/>
    </dgm:pt>
    <dgm:pt modelId="{D750FBD9-FBCF-4923-841E-3341C7CC65FE}" type="pres">
      <dgm:prSet presAssocID="{5CFE5751-E967-49B0-8892-30B014C9F836}" presName="dotArrow3" presStyleLbl="alignNode1" presStyleIdx="12" presStyleCnt="17" custLinFactX="-690593" custLinFactY="-59838" custLinFactNeighborX="-700000" custLinFactNeighborY="-100000"/>
      <dgm:spPr/>
    </dgm:pt>
    <dgm:pt modelId="{010DAF37-0D95-40EF-B438-57E7E7F49298}" type="pres">
      <dgm:prSet presAssocID="{5CFE5751-E967-49B0-8892-30B014C9F836}" presName="dotArrow4" presStyleLbl="alignNode1" presStyleIdx="13" presStyleCnt="17" custLinFactX="-690593" custLinFactY="-59838" custLinFactNeighborX="-700000" custLinFactNeighborY="-100000"/>
      <dgm:spPr/>
    </dgm:pt>
    <dgm:pt modelId="{BFD7A109-909B-4667-9AC3-EAAAE51DD446}" type="pres">
      <dgm:prSet presAssocID="{5CFE5751-E967-49B0-8892-30B014C9F836}" presName="dotArrow5" presStyleLbl="alignNode1" presStyleIdx="14" presStyleCnt="17" custLinFactX="-690593" custLinFactY="-59838" custLinFactNeighborX="-700000" custLinFactNeighborY="-100000"/>
      <dgm:spPr/>
    </dgm:pt>
    <dgm:pt modelId="{5B8F2C2D-0EA7-4540-8B31-1DB95A3ACB88}" type="pres">
      <dgm:prSet presAssocID="{5CFE5751-E967-49B0-8892-30B014C9F836}" presName="dotArrow6" presStyleLbl="alignNode1" presStyleIdx="15" presStyleCnt="17" custLinFactX="-690593" custLinFactY="-59838" custLinFactNeighborX="-700000" custLinFactNeighborY="-100000"/>
      <dgm:spPr/>
    </dgm:pt>
    <dgm:pt modelId="{86DCCBE3-92EE-47F4-8DA0-FB12C8E24C42}" type="pres">
      <dgm:prSet presAssocID="{5CFE5751-E967-49B0-8892-30B014C9F836}" presName="dotArrow7" presStyleLbl="alignNode1" presStyleIdx="16" presStyleCnt="17" custLinFactX="-690593" custLinFactY="-59838" custLinFactNeighborX="-700000" custLinFactNeighborY="-100000"/>
      <dgm:spPr/>
    </dgm:pt>
    <dgm:pt modelId="{F42C6904-5BFC-404B-8B20-4BC8EE03B487}" type="pres">
      <dgm:prSet presAssocID="{425FD944-9B9A-4B5C-BC66-F0A21870880B}" presName="parTx1" presStyleLbl="node1" presStyleIdx="0" presStyleCnt="6" custLinFactNeighborX="-64181" custLinFactNeighborY="-27523"/>
      <dgm:spPr/>
    </dgm:pt>
    <dgm:pt modelId="{44A04123-00E6-46CC-8BF7-5CD3347DFF2A}" type="pres">
      <dgm:prSet presAssocID="{425FD944-9B9A-4B5C-BC66-F0A21870880B}" presName="desTx1" presStyleLbl="revTx" presStyleIdx="0" presStyleCnt="5" custLinFactNeighborX="-25916" custLinFactNeighborY="-27523">
        <dgm:presLayoutVars>
          <dgm:bulletEnabled val="1"/>
        </dgm:presLayoutVars>
      </dgm:prSet>
      <dgm:spPr/>
    </dgm:pt>
    <dgm:pt modelId="{7EB6BC76-FA5D-47D5-BCEE-42982CE3C930}" type="pres">
      <dgm:prSet presAssocID="{708E819D-FB50-4364-85F2-A3408FD9285A}" presName="picture1" presStyleCnt="0"/>
      <dgm:spPr/>
    </dgm:pt>
    <dgm:pt modelId="{2832FC2B-B733-4C86-A5BC-26955CE2E2F5}" type="pres">
      <dgm:prSet presAssocID="{708E819D-FB50-4364-85F2-A3408FD9285A}" presName="imageRepeatNode" presStyleLbl="fgImgPlace1" presStyleIdx="0" presStyleCnt="6" custLinFactX="-38400" custLinFactNeighborX="-100000" custLinFactNeighborY="-15910"/>
      <dgm:spPr/>
    </dgm:pt>
    <dgm:pt modelId="{66E60D22-2263-4BB1-89E2-9503889F46EF}" type="pres">
      <dgm:prSet presAssocID="{03832923-2510-4DE2-BC35-103E5C3AA624}" presName="parTx2" presStyleLbl="node1" presStyleIdx="1" presStyleCnt="6" custLinFactNeighborX="-64181" custLinFactNeighborY="-27523"/>
      <dgm:spPr/>
    </dgm:pt>
    <dgm:pt modelId="{42A4BCA3-2D2D-4C12-AF6D-DAD1057514D4}" type="pres">
      <dgm:prSet presAssocID="{03832923-2510-4DE2-BC35-103E5C3AA624}" presName="desTx2" presStyleLbl="revTx" presStyleIdx="1" presStyleCnt="5" custLinFactNeighborX="-42298" custLinFactNeighborY="-27523">
        <dgm:presLayoutVars>
          <dgm:bulletEnabled val="1"/>
        </dgm:presLayoutVars>
      </dgm:prSet>
      <dgm:spPr/>
    </dgm:pt>
    <dgm:pt modelId="{061EB2A1-ECBA-4F6A-B7CF-2B3FBFC3DEDE}" type="pres">
      <dgm:prSet presAssocID="{5FFABD9B-79E7-40CA-9FC5-BD876FD57D2D}" presName="picture2" presStyleCnt="0"/>
      <dgm:spPr/>
    </dgm:pt>
    <dgm:pt modelId="{EC16F2B3-55A7-4A49-A778-CE2EAD68921F}" type="pres">
      <dgm:prSet presAssocID="{5FFABD9B-79E7-40CA-9FC5-BD876FD57D2D}" presName="imageRepeatNode" presStyleLbl="fgImgPlace1" presStyleIdx="1" presStyleCnt="6" custLinFactX="-38400" custLinFactNeighborX="-100000" custLinFactNeighborY="-15910"/>
      <dgm:spPr/>
    </dgm:pt>
    <dgm:pt modelId="{FADD33C6-FCAD-47F7-BD46-4CC0AEA603C5}" type="pres">
      <dgm:prSet presAssocID="{4201E198-3E95-4189-8385-C33AAA704817}" presName="parTx3" presStyleLbl="node1" presStyleIdx="2" presStyleCnt="6" custLinFactNeighborX="-64181" custLinFactNeighborY="-27523"/>
      <dgm:spPr/>
    </dgm:pt>
    <dgm:pt modelId="{AAA28D36-B273-4E1F-AA0F-87511187BEA0}" type="pres">
      <dgm:prSet presAssocID="{4201E198-3E95-4189-8385-C33AAA704817}" presName="desTx3" presStyleLbl="revTx" presStyleIdx="2" presStyleCnt="5" custLinFactNeighborX="-61453" custLinFactNeighborY="-27523">
        <dgm:presLayoutVars>
          <dgm:bulletEnabled val="1"/>
        </dgm:presLayoutVars>
      </dgm:prSet>
      <dgm:spPr/>
    </dgm:pt>
    <dgm:pt modelId="{CC629630-5381-484B-A029-E930BEC50895}" type="pres">
      <dgm:prSet presAssocID="{2E786BB7-D425-4FA3-9E25-FD898259E8A4}" presName="picture3" presStyleCnt="0"/>
      <dgm:spPr/>
    </dgm:pt>
    <dgm:pt modelId="{C670E8DF-AC8A-4A7D-9F66-773AF5357A0A}" type="pres">
      <dgm:prSet presAssocID="{2E786BB7-D425-4FA3-9E25-FD898259E8A4}" presName="imageRepeatNode" presStyleLbl="fgImgPlace1" presStyleIdx="2" presStyleCnt="6" custLinFactX="-38400" custLinFactNeighborX="-100000" custLinFactNeighborY="-15910"/>
      <dgm:spPr/>
    </dgm:pt>
    <dgm:pt modelId="{DC2A444D-8539-4355-B283-DDEE02BEDCB8}" type="pres">
      <dgm:prSet presAssocID="{D2F76CB7-A8FC-441C-A223-BD658D76244B}" presName="parTx4" presStyleLbl="node1" presStyleIdx="3" presStyleCnt="6" custLinFactNeighborX="-64181" custLinFactNeighborY="-27523"/>
      <dgm:spPr/>
    </dgm:pt>
    <dgm:pt modelId="{F10211A9-6353-4920-8F74-EF41D3B688D0}" type="pres">
      <dgm:prSet presAssocID="{D2F76CB7-A8FC-441C-A223-BD658D76244B}" presName="desTx4" presStyleLbl="revTx" presStyleIdx="3" presStyleCnt="5" custLinFactNeighborX="-61453" custLinFactNeighborY="-27523">
        <dgm:presLayoutVars>
          <dgm:bulletEnabled val="1"/>
        </dgm:presLayoutVars>
      </dgm:prSet>
      <dgm:spPr/>
    </dgm:pt>
    <dgm:pt modelId="{7A0DFF2F-FBFC-4B82-AACC-CCDD5A1E413B}" type="pres">
      <dgm:prSet presAssocID="{EFD72082-2731-4123-B996-EC41049032BA}" presName="picture4" presStyleCnt="0"/>
      <dgm:spPr/>
    </dgm:pt>
    <dgm:pt modelId="{2462EBC1-A8C1-4F91-9B5C-737B049125F6}" type="pres">
      <dgm:prSet presAssocID="{EFD72082-2731-4123-B996-EC41049032BA}" presName="imageRepeatNode" presStyleLbl="fgImgPlace1" presStyleIdx="3" presStyleCnt="6" custLinFactX="-38400" custLinFactNeighborX="-100000" custLinFactNeighborY="-15910"/>
      <dgm:spPr/>
    </dgm:pt>
    <dgm:pt modelId="{D6E629D5-BF3A-4AE8-816D-5BB903977F72}" type="pres">
      <dgm:prSet presAssocID="{E9A3E7CA-8744-4279-AD94-2CC7E08F9BDE}" presName="parTx5" presStyleLbl="node1" presStyleIdx="4" presStyleCnt="6" custLinFactNeighborX="-64181" custLinFactNeighborY="-27523"/>
      <dgm:spPr/>
    </dgm:pt>
    <dgm:pt modelId="{88E57C88-394D-4AAC-B824-B5A1FC62E716}" type="pres">
      <dgm:prSet presAssocID="{E9A3E7CA-8744-4279-AD94-2CC7E08F9BDE}" presName="desTx5" presStyleLbl="revTx" presStyleIdx="4" presStyleCnt="5" custLinFactNeighborX="-42298" custLinFactNeighborY="-27523">
        <dgm:presLayoutVars>
          <dgm:bulletEnabled val="1"/>
        </dgm:presLayoutVars>
      </dgm:prSet>
      <dgm:spPr/>
    </dgm:pt>
    <dgm:pt modelId="{3B66A83E-564D-4983-9FE7-F71A2D9F0DB9}" type="pres">
      <dgm:prSet presAssocID="{566AF27E-F385-4D19-9443-1E8C5FD01C4A}" presName="picture5" presStyleCnt="0"/>
      <dgm:spPr/>
    </dgm:pt>
    <dgm:pt modelId="{AB519091-33C8-4711-9A7C-B2BB4BDA7EB7}" type="pres">
      <dgm:prSet presAssocID="{566AF27E-F385-4D19-9443-1E8C5FD01C4A}" presName="imageRepeatNode" presStyleLbl="fgImgPlace1" presStyleIdx="4" presStyleCnt="6" custLinFactX="-38400" custLinFactNeighborX="-100000" custLinFactNeighborY="-15910"/>
      <dgm:spPr/>
    </dgm:pt>
    <dgm:pt modelId="{343525E9-60D5-40BB-BE98-29C8AA3F02B2}" type="pres">
      <dgm:prSet presAssocID="{D6F81F62-08B7-4D37-BA12-E4A2A1BFB356}" presName="parTx6" presStyleLbl="node1" presStyleIdx="5" presStyleCnt="6" custLinFactNeighborX="-59755" custLinFactNeighborY="-30276"/>
      <dgm:spPr/>
    </dgm:pt>
    <dgm:pt modelId="{E9858F97-2883-4E30-B2EB-A962BD888A19}" type="pres">
      <dgm:prSet presAssocID="{5FA39B50-F234-48A4-A05F-0EE9F7167DEA}" presName="picture6" presStyleCnt="0"/>
      <dgm:spPr/>
    </dgm:pt>
    <dgm:pt modelId="{C3FFDE5D-4E08-49B2-917B-1E9EAEBCE796}" type="pres">
      <dgm:prSet presAssocID="{5FA39B50-F234-48A4-A05F-0EE9F7167DEA}" presName="imageRepeatNode" presStyleLbl="fgImgPlace1" presStyleIdx="5" presStyleCnt="6" custLinFactX="-38400" custLinFactNeighborX="-100000" custLinFactNeighborY="-15910"/>
      <dgm:spPr/>
    </dgm:pt>
  </dgm:ptLst>
  <dgm:cxnLst>
    <dgm:cxn modelId="{8652A745-90B1-435E-A81E-CCA8269128C7}" type="presOf" srcId="{8E4178C0-BAD2-46AE-8182-D13DB8019A19}" destId="{44A04123-00E6-46CC-8BF7-5CD3347DFF2A}" srcOrd="0" destOrd="0" presId="urn:microsoft.com/office/officeart/2008/layout/AscendingPictureAccentProcess"/>
    <dgm:cxn modelId="{4B40176A-0C31-450B-8786-F6A855FFDD47}" type="presOf" srcId="{425FD944-9B9A-4B5C-BC66-F0A21870880B}" destId="{F42C6904-5BFC-404B-8B20-4BC8EE03B487}" srcOrd="0" destOrd="0" presId="urn:microsoft.com/office/officeart/2008/layout/AscendingPictureAccentProcess"/>
    <dgm:cxn modelId="{DCC2CFDB-FA99-48CD-9431-E5EFD0C4B63B}" type="presOf" srcId="{72ED90B9-53F3-424A-9D77-4400B7F287AC}" destId="{F10211A9-6353-4920-8F74-EF41D3B688D0}" srcOrd="0" destOrd="0" presId="urn:microsoft.com/office/officeart/2008/layout/AscendingPictureAccentProcess"/>
    <dgm:cxn modelId="{75C876C8-F42F-47F7-90BD-91F348A20E92}" type="presOf" srcId="{708E819D-FB50-4364-85F2-A3408FD9285A}" destId="{2832FC2B-B733-4C86-A5BC-26955CE2E2F5}" srcOrd="0" destOrd="0" presId="urn:microsoft.com/office/officeart/2008/layout/AscendingPictureAccentProcess"/>
    <dgm:cxn modelId="{299A4BD1-F3D0-49C9-8F9E-77D173334756}" type="presOf" srcId="{5FA39B50-F234-48A4-A05F-0EE9F7167DEA}" destId="{C3FFDE5D-4E08-49B2-917B-1E9EAEBCE796}" srcOrd="0" destOrd="0" presId="urn:microsoft.com/office/officeart/2008/layout/AscendingPictureAccentProcess"/>
    <dgm:cxn modelId="{032B072D-996E-43FB-AC97-3E97659A6178}" srcId="{03832923-2510-4DE2-BC35-103E5C3AA624}" destId="{69081636-CCC0-48C8-A8C3-73877C22B40D}" srcOrd="0" destOrd="0" parTransId="{6FA74973-93A1-4EFD-B950-D8BFDE48594F}" sibTransId="{E1355696-1239-422B-A58C-7E19DB84A74A}"/>
    <dgm:cxn modelId="{562912DC-6A53-43FE-AFB3-126CF5F008DE}" srcId="{5CFE5751-E967-49B0-8892-30B014C9F836}" destId="{E9A3E7CA-8744-4279-AD94-2CC7E08F9BDE}" srcOrd="4" destOrd="0" parTransId="{D5E3D719-5DAA-4554-8060-0245F242B287}" sibTransId="{566AF27E-F385-4D19-9443-1E8C5FD01C4A}"/>
    <dgm:cxn modelId="{392238C6-59C6-4954-B61B-8A1569EF1286}" srcId="{D2F76CB7-A8FC-441C-A223-BD658D76244B}" destId="{72ED90B9-53F3-424A-9D77-4400B7F287AC}" srcOrd="0" destOrd="0" parTransId="{18BA059F-CEC5-4F9E-9286-DDF3A030789F}" sibTransId="{58E5E922-54D4-49C9-AC68-0DBAA223B12C}"/>
    <dgm:cxn modelId="{E903AFDA-2C42-4F85-B0F4-1068252E13CB}" srcId="{5CFE5751-E967-49B0-8892-30B014C9F836}" destId="{4201E198-3E95-4189-8385-C33AAA704817}" srcOrd="2" destOrd="0" parTransId="{93E10A88-B628-4F55-9CE5-74816AD5565A}" sibTransId="{2E786BB7-D425-4FA3-9E25-FD898259E8A4}"/>
    <dgm:cxn modelId="{614B2CAB-2EB1-4AD0-9843-F68823FD23F4}" type="presOf" srcId="{69081636-CCC0-48C8-A8C3-73877C22B40D}" destId="{42A4BCA3-2D2D-4C12-AF6D-DAD1057514D4}" srcOrd="0" destOrd="0" presId="urn:microsoft.com/office/officeart/2008/layout/AscendingPictureAccentProcess"/>
    <dgm:cxn modelId="{6EC94B15-80C9-41CE-B34A-23AB90F2C7D9}" type="presOf" srcId="{5CFE5751-E967-49B0-8892-30B014C9F836}" destId="{82F78FEB-4EF6-4C5E-AA24-90BC3F2E282D}" srcOrd="0" destOrd="0" presId="urn:microsoft.com/office/officeart/2008/layout/AscendingPictureAccentProcess"/>
    <dgm:cxn modelId="{A1E5F4D9-D014-488E-931D-B30074350376}" type="presOf" srcId="{EFD72082-2731-4123-B996-EC41049032BA}" destId="{2462EBC1-A8C1-4F91-9B5C-737B049125F6}" srcOrd="0" destOrd="0" presId="urn:microsoft.com/office/officeart/2008/layout/AscendingPictureAccentProcess"/>
    <dgm:cxn modelId="{3044A6FE-5793-4F7C-A46D-146875B3FFFB}" srcId="{425FD944-9B9A-4B5C-BC66-F0A21870880B}" destId="{8E4178C0-BAD2-46AE-8182-D13DB8019A19}" srcOrd="0" destOrd="0" parTransId="{954BF7FF-27F8-494D-A3C2-176566EE289D}" sibTransId="{D1CC210F-3168-4CA3-B547-AF8DF011B5CA}"/>
    <dgm:cxn modelId="{2ED1E3EB-4066-43E0-8909-B80618D2B6F6}" srcId="{5CFE5751-E967-49B0-8892-30B014C9F836}" destId="{D6F81F62-08B7-4D37-BA12-E4A2A1BFB356}" srcOrd="5" destOrd="0" parTransId="{D60799DC-CDBD-46B7-96DC-3423B57A6E8B}" sibTransId="{5FA39B50-F234-48A4-A05F-0EE9F7167DEA}"/>
    <dgm:cxn modelId="{1F8AC0FF-95F6-436E-8DB3-5719DC9F8323}" type="presOf" srcId="{D2F76CB7-A8FC-441C-A223-BD658D76244B}" destId="{DC2A444D-8539-4355-B283-DDEE02BEDCB8}" srcOrd="0" destOrd="0" presId="urn:microsoft.com/office/officeart/2008/layout/AscendingPictureAccentProcess"/>
    <dgm:cxn modelId="{C68BFE6B-BFA9-4CAD-AA63-045C523A2B17}" type="presOf" srcId="{03832923-2510-4DE2-BC35-103E5C3AA624}" destId="{66E60D22-2263-4BB1-89E2-9503889F46EF}" srcOrd="0" destOrd="0" presId="urn:microsoft.com/office/officeart/2008/layout/AscendingPictureAccentProcess"/>
    <dgm:cxn modelId="{5B492296-32C5-4942-B5DB-A90A55AA2694}" type="presOf" srcId="{E9A3E7CA-8744-4279-AD94-2CC7E08F9BDE}" destId="{D6E629D5-BF3A-4AE8-816D-5BB903977F72}" srcOrd="0" destOrd="0" presId="urn:microsoft.com/office/officeart/2008/layout/AscendingPictureAccentProcess"/>
    <dgm:cxn modelId="{CF6BDC21-54F4-4367-86E2-C9DF96C11FB6}" type="presOf" srcId="{D6F81F62-08B7-4D37-BA12-E4A2A1BFB356}" destId="{343525E9-60D5-40BB-BE98-29C8AA3F02B2}" srcOrd="0" destOrd="0" presId="urn:microsoft.com/office/officeart/2008/layout/AscendingPictureAccentProcess"/>
    <dgm:cxn modelId="{A7DECB4A-D8EF-474A-B02E-27F7E2AFDB05}" srcId="{5CFE5751-E967-49B0-8892-30B014C9F836}" destId="{425FD944-9B9A-4B5C-BC66-F0A21870880B}" srcOrd="0" destOrd="0" parTransId="{BFDE7844-1FCC-4DEA-85C1-4B368CB027B8}" sibTransId="{708E819D-FB50-4364-85F2-A3408FD9285A}"/>
    <dgm:cxn modelId="{00596094-8061-4BA8-94F2-FA54FE027187}" type="presOf" srcId="{22EF70BF-B00F-49D2-A8EC-4460F8876C6E}" destId="{88E57C88-394D-4AAC-B824-B5A1FC62E716}" srcOrd="0" destOrd="0" presId="urn:microsoft.com/office/officeart/2008/layout/AscendingPictureAccentProcess"/>
    <dgm:cxn modelId="{CEFFE5E1-E1B0-4FAF-83C8-9FA2206F77AC}" srcId="{E9A3E7CA-8744-4279-AD94-2CC7E08F9BDE}" destId="{22EF70BF-B00F-49D2-A8EC-4460F8876C6E}" srcOrd="0" destOrd="0" parTransId="{07FB071C-F823-4F1B-88F7-F6C6F502A928}" sibTransId="{5E9E12F2-F466-48F1-82C9-57BA24F36503}"/>
    <dgm:cxn modelId="{6D265C16-08F8-42B4-90A1-7F16115672A4}" srcId="{4201E198-3E95-4189-8385-C33AAA704817}" destId="{F8522445-A839-48AD-8DD4-311ECD209AA3}" srcOrd="0" destOrd="0" parTransId="{4587F5D8-74AF-4976-8D27-789000CCA15C}" sibTransId="{691F835B-B7D0-4B97-AEAA-4B73A1CC6674}"/>
    <dgm:cxn modelId="{3A5C3232-C34D-440A-8357-3824581C2F98}" srcId="{5CFE5751-E967-49B0-8892-30B014C9F836}" destId="{03832923-2510-4DE2-BC35-103E5C3AA624}" srcOrd="1" destOrd="0" parTransId="{38D60330-85D7-4BDC-A96E-D244F2EEF9BB}" sibTransId="{5FFABD9B-79E7-40CA-9FC5-BD876FD57D2D}"/>
    <dgm:cxn modelId="{5C419A02-4861-488A-AD4B-C11A01AC41DF}" type="presOf" srcId="{4201E198-3E95-4189-8385-C33AAA704817}" destId="{FADD33C6-FCAD-47F7-BD46-4CC0AEA603C5}" srcOrd="0" destOrd="0" presId="urn:microsoft.com/office/officeart/2008/layout/AscendingPictureAccentProcess"/>
    <dgm:cxn modelId="{FA71804B-A9E9-4A34-9595-70FF313413F0}" type="presOf" srcId="{2E786BB7-D425-4FA3-9E25-FD898259E8A4}" destId="{C670E8DF-AC8A-4A7D-9F66-773AF5357A0A}" srcOrd="0" destOrd="0" presId="urn:microsoft.com/office/officeart/2008/layout/AscendingPictureAccentProcess"/>
    <dgm:cxn modelId="{1CC94A26-7BF1-497E-8F3F-2CD41F4D74B5}" type="presOf" srcId="{5FFABD9B-79E7-40CA-9FC5-BD876FD57D2D}" destId="{EC16F2B3-55A7-4A49-A778-CE2EAD68921F}" srcOrd="0" destOrd="0" presId="urn:microsoft.com/office/officeart/2008/layout/AscendingPictureAccentProcess"/>
    <dgm:cxn modelId="{F4A66EF8-DCA2-46EA-A7AC-630A40D9EA96}" type="presOf" srcId="{F8522445-A839-48AD-8DD4-311ECD209AA3}" destId="{AAA28D36-B273-4E1F-AA0F-87511187BEA0}" srcOrd="0" destOrd="0" presId="urn:microsoft.com/office/officeart/2008/layout/AscendingPictureAccentProcess"/>
    <dgm:cxn modelId="{4CF934A3-07A6-4FC7-B923-BA518ED17058}" type="presOf" srcId="{566AF27E-F385-4D19-9443-1E8C5FD01C4A}" destId="{AB519091-33C8-4711-9A7C-B2BB4BDA7EB7}" srcOrd="0" destOrd="0" presId="urn:microsoft.com/office/officeart/2008/layout/AscendingPictureAccentProcess"/>
    <dgm:cxn modelId="{9107EA21-BF14-4D35-B7FA-2EDBCA8025DE}" srcId="{5CFE5751-E967-49B0-8892-30B014C9F836}" destId="{D2F76CB7-A8FC-441C-A223-BD658D76244B}" srcOrd="3" destOrd="0" parTransId="{E8B49567-A5BE-4727-A9C5-CB78F0DE6A9E}" sibTransId="{EFD72082-2731-4123-B996-EC41049032BA}"/>
    <dgm:cxn modelId="{B6A5B9D8-0125-4D84-836D-E80DC27F87C3}" type="presParOf" srcId="{82F78FEB-4EF6-4C5E-AA24-90BC3F2E282D}" destId="{E6E244EC-9F17-4995-99AD-372E508744B3}" srcOrd="0" destOrd="0" presId="urn:microsoft.com/office/officeart/2008/layout/AscendingPictureAccentProcess"/>
    <dgm:cxn modelId="{6050117D-DFF4-4671-A14D-F1E475953B8C}" type="presParOf" srcId="{82F78FEB-4EF6-4C5E-AA24-90BC3F2E282D}" destId="{C0401D03-B36F-407D-AC05-AC8CA2C24960}" srcOrd="1" destOrd="0" presId="urn:microsoft.com/office/officeart/2008/layout/AscendingPictureAccentProcess"/>
    <dgm:cxn modelId="{4CBAEF36-176A-43F0-A12E-0038CA2E7D10}" type="presParOf" srcId="{82F78FEB-4EF6-4C5E-AA24-90BC3F2E282D}" destId="{E1B5CA32-56A9-4B44-9079-2AF8A5F22786}" srcOrd="2" destOrd="0" presId="urn:microsoft.com/office/officeart/2008/layout/AscendingPictureAccentProcess"/>
    <dgm:cxn modelId="{BC6B518A-2AEB-4A37-90B8-28AAF4DD9BE6}" type="presParOf" srcId="{82F78FEB-4EF6-4C5E-AA24-90BC3F2E282D}" destId="{D4AEEBD8-ACCE-461C-953D-ED84B6ED9527}" srcOrd="3" destOrd="0" presId="urn:microsoft.com/office/officeart/2008/layout/AscendingPictureAccentProcess"/>
    <dgm:cxn modelId="{3F13C7F2-08E1-4DC4-AAD4-8B1B3BF6CE96}" type="presParOf" srcId="{82F78FEB-4EF6-4C5E-AA24-90BC3F2E282D}" destId="{5F47BA7E-ABBB-4D88-9CC0-98478904E8EB}" srcOrd="4" destOrd="0" presId="urn:microsoft.com/office/officeart/2008/layout/AscendingPictureAccentProcess"/>
    <dgm:cxn modelId="{610C2995-63B4-4FD4-9EF2-47493348ED28}" type="presParOf" srcId="{82F78FEB-4EF6-4C5E-AA24-90BC3F2E282D}" destId="{5A6F846C-845C-453A-8528-1599BB32B781}" srcOrd="5" destOrd="0" presId="urn:microsoft.com/office/officeart/2008/layout/AscendingPictureAccentProcess"/>
    <dgm:cxn modelId="{6C5E37AE-831E-439E-AEB0-98CCFB1DA22A}" type="presParOf" srcId="{82F78FEB-4EF6-4C5E-AA24-90BC3F2E282D}" destId="{49C2D3D2-5080-4454-98AC-295E30AE4CF3}" srcOrd="6" destOrd="0" presId="urn:microsoft.com/office/officeart/2008/layout/AscendingPictureAccentProcess"/>
    <dgm:cxn modelId="{DC222039-A28B-4247-9A37-CAD3014E4706}" type="presParOf" srcId="{82F78FEB-4EF6-4C5E-AA24-90BC3F2E282D}" destId="{7215B4B4-1DF7-4378-895F-1EABF13A8A9C}" srcOrd="7" destOrd="0" presId="urn:microsoft.com/office/officeart/2008/layout/AscendingPictureAccentProcess"/>
    <dgm:cxn modelId="{21FA973F-B865-44C2-8E8E-F91CCBA9EC33}" type="presParOf" srcId="{82F78FEB-4EF6-4C5E-AA24-90BC3F2E282D}" destId="{F35B0DB1-8332-40B1-B0B1-AF23912DEC50}" srcOrd="8" destOrd="0" presId="urn:microsoft.com/office/officeart/2008/layout/AscendingPictureAccentProcess"/>
    <dgm:cxn modelId="{0A6F6924-996A-4188-88DA-8EE5B206E12B}" type="presParOf" srcId="{82F78FEB-4EF6-4C5E-AA24-90BC3F2E282D}" destId="{9987BE6E-385B-4919-BD0B-A9ACD59095F9}" srcOrd="9" destOrd="0" presId="urn:microsoft.com/office/officeart/2008/layout/AscendingPictureAccentProcess"/>
    <dgm:cxn modelId="{D0A8B45A-9E03-48DD-9D82-05880A7018B2}" type="presParOf" srcId="{82F78FEB-4EF6-4C5E-AA24-90BC3F2E282D}" destId="{3E7AE751-B02B-4624-804B-BAD258C2E245}" srcOrd="10" destOrd="0" presId="urn:microsoft.com/office/officeart/2008/layout/AscendingPictureAccentProcess"/>
    <dgm:cxn modelId="{444E3D94-A4AE-4182-8173-0D2FBD831FFD}" type="presParOf" srcId="{82F78FEB-4EF6-4C5E-AA24-90BC3F2E282D}" destId="{85FD1650-FBC4-47BB-ACC1-98CA7FA20DFD}" srcOrd="11" destOrd="0" presId="urn:microsoft.com/office/officeart/2008/layout/AscendingPictureAccentProcess"/>
    <dgm:cxn modelId="{DC249BE6-197B-4341-A604-BF8C44B1B610}" type="presParOf" srcId="{82F78FEB-4EF6-4C5E-AA24-90BC3F2E282D}" destId="{D750FBD9-FBCF-4923-841E-3341C7CC65FE}" srcOrd="12" destOrd="0" presId="urn:microsoft.com/office/officeart/2008/layout/AscendingPictureAccentProcess"/>
    <dgm:cxn modelId="{E1874BF1-B380-4487-9898-2F52B6991139}" type="presParOf" srcId="{82F78FEB-4EF6-4C5E-AA24-90BC3F2E282D}" destId="{010DAF37-0D95-40EF-B438-57E7E7F49298}" srcOrd="13" destOrd="0" presId="urn:microsoft.com/office/officeart/2008/layout/AscendingPictureAccentProcess"/>
    <dgm:cxn modelId="{492A051E-23EE-45B2-8CC1-4E2AEEA24C70}" type="presParOf" srcId="{82F78FEB-4EF6-4C5E-AA24-90BC3F2E282D}" destId="{BFD7A109-909B-4667-9AC3-EAAAE51DD446}" srcOrd="14" destOrd="0" presId="urn:microsoft.com/office/officeart/2008/layout/AscendingPictureAccentProcess"/>
    <dgm:cxn modelId="{3D557AF5-50C2-4743-B2C7-3DB40FC0E0A0}" type="presParOf" srcId="{82F78FEB-4EF6-4C5E-AA24-90BC3F2E282D}" destId="{5B8F2C2D-0EA7-4540-8B31-1DB95A3ACB88}" srcOrd="15" destOrd="0" presId="urn:microsoft.com/office/officeart/2008/layout/AscendingPictureAccentProcess"/>
    <dgm:cxn modelId="{D6298946-6EBE-4D9C-8C32-70BBB79BB883}" type="presParOf" srcId="{82F78FEB-4EF6-4C5E-AA24-90BC3F2E282D}" destId="{86DCCBE3-92EE-47F4-8DA0-FB12C8E24C42}" srcOrd="16" destOrd="0" presId="urn:microsoft.com/office/officeart/2008/layout/AscendingPictureAccentProcess"/>
    <dgm:cxn modelId="{1700A8AC-4377-4EE8-BEA7-6F6273E5D278}" type="presParOf" srcId="{82F78FEB-4EF6-4C5E-AA24-90BC3F2E282D}" destId="{F42C6904-5BFC-404B-8B20-4BC8EE03B487}" srcOrd="17" destOrd="0" presId="urn:microsoft.com/office/officeart/2008/layout/AscendingPictureAccentProcess"/>
    <dgm:cxn modelId="{2F8E8883-1810-4966-8F5A-D7E633C7BBB0}" type="presParOf" srcId="{82F78FEB-4EF6-4C5E-AA24-90BC3F2E282D}" destId="{44A04123-00E6-46CC-8BF7-5CD3347DFF2A}" srcOrd="18" destOrd="0" presId="urn:microsoft.com/office/officeart/2008/layout/AscendingPictureAccentProcess"/>
    <dgm:cxn modelId="{D15EE88F-BF54-475F-B92A-F242CF440B0C}" type="presParOf" srcId="{82F78FEB-4EF6-4C5E-AA24-90BC3F2E282D}" destId="{7EB6BC76-FA5D-47D5-BCEE-42982CE3C930}" srcOrd="19" destOrd="0" presId="urn:microsoft.com/office/officeart/2008/layout/AscendingPictureAccentProcess"/>
    <dgm:cxn modelId="{DB1E7920-B16E-4C65-A060-1B32148A1E88}" type="presParOf" srcId="{7EB6BC76-FA5D-47D5-BCEE-42982CE3C930}" destId="{2832FC2B-B733-4C86-A5BC-26955CE2E2F5}" srcOrd="0" destOrd="0" presId="urn:microsoft.com/office/officeart/2008/layout/AscendingPictureAccentProcess"/>
    <dgm:cxn modelId="{13760AAE-B7AA-47CB-8BBC-5890883965DB}" type="presParOf" srcId="{82F78FEB-4EF6-4C5E-AA24-90BC3F2E282D}" destId="{66E60D22-2263-4BB1-89E2-9503889F46EF}" srcOrd="20" destOrd="0" presId="urn:microsoft.com/office/officeart/2008/layout/AscendingPictureAccentProcess"/>
    <dgm:cxn modelId="{1BB5142D-D526-4599-AAA2-0A061DC3BD5B}" type="presParOf" srcId="{82F78FEB-4EF6-4C5E-AA24-90BC3F2E282D}" destId="{42A4BCA3-2D2D-4C12-AF6D-DAD1057514D4}" srcOrd="21" destOrd="0" presId="urn:microsoft.com/office/officeart/2008/layout/AscendingPictureAccentProcess"/>
    <dgm:cxn modelId="{F54DCB00-76B2-4EC0-8D12-8DA0C6E1E2E6}" type="presParOf" srcId="{82F78FEB-4EF6-4C5E-AA24-90BC3F2E282D}" destId="{061EB2A1-ECBA-4F6A-B7CF-2B3FBFC3DEDE}" srcOrd="22" destOrd="0" presId="urn:microsoft.com/office/officeart/2008/layout/AscendingPictureAccentProcess"/>
    <dgm:cxn modelId="{3199652D-6CEB-432D-B8E7-8FC77CA134F2}" type="presParOf" srcId="{061EB2A1-ECBA-4F6A-B7CF-2B3FBFC3DEDE}" destId="{EC16F2B3-55A7-4A49-A778-CE2EAD68921F}" srcOrd="0" destOrd="0" presId="urn:microsoft.com/office/officeart/2008/layout/AscendingPictureAccentProcess"/>
    <dgm:cxn modelId="{182EDD8F-404B-45AE-B6C5-125D5D7F23BB}" type="presParOf" srcId="{82F78FEB-4EF6-4C5E-AA24-90BC3F2E282D}" destId="{FADD33C6-FCAD-47F7-BD46-4CC0AEA603C5}" srcOrd="23" destOrd="0" presId="urn:microsoft.com/office/officeart/2008/layout/AscendingPictureAccentProcess"/>
    <dgm:cxn modelId="{4A18CF8A-CF9C-4DBC-AB9F-E3DA98B1CDBD}" type="presParOf" srcId="{82F78FEB-4EF6-4C5E-AA24-90BC3F2E282D}" destId="{AAA28D36-B273-4E1F-AA0F-87511187BEA0}" srcOrd="24" destOrd="0" presId="urn:microsoft.com/office/officeart/2008/layout/AscendingPictureAccentProcess"/>
    <dgm:cxn modelId="{EF48E5F2-EF56-496E-9F68-CC81FD040BDE}" type="presParOf" srcId="{82F78FEB-4EF6-4C5E-AA24-90BC3F2E282D}" destId="{CC629630-5381-484B-A029-E930BEC50895}" srcOrd="25" destOrd="0" presId="urn:microsoft.com/office/officeart/2008/layout/AscendingPictureAccentProcess"/>
    <dgm:cxn modelId="{B9FF203A-A256-44FC-B21D-71DA437A6F42}" type="presParOf" srcId="{CC629630-5381-484B-A029-E930BEC50895}" destId="{C670E8DF-AC8A-4A7D-9F66-773AF5357A0A}" srcOrd="0" destOrd="0" presId="urn:microsoft.com/office/officeart/2008/layout/AscendingPictureAccentProcess"/>
    <dgm:cxn modelId="{FE3E007D-70D4-4202-AA84-94588E1ECCC1}" type="presParOf" srcId="{82F78FEB-4EF6-4C5E-AA24-90BC3F2E282D}" destId="{DC2A444D-8539-4355-B283-DDEE02BEDCB8}" srcOrd="26" destOrd="0" presId="urn:microsoft.com/office/officeart/2008/layout/AscendingPictureAccentProcess"/>
    <dgm:cxn modelId="{E557B61E-CE87-4732-BEDB-AC351F40CC51}" type="presParOf" srcId="{82F78FEB-4EF6-4C5E-AA24-90BC3F2E282D}" destId="{F10211A9-6353-4920-8F74-EF41D3B688D0}" srcOrd="27" destOrd="0" presId="urn:microsoft.com/office/officeart/2008/layout/AscendingPictureAccentProcess"/>
    <dgm:cxn modelId="{1084B627-1A9E-4851-BB88-1A8A0A4BDD5C}" type="presParOf" srcId="{82F78FEB-4EF6-4C5E-AA24-90BC3F2E282D}" destId="{7A0DFF2F-FBFC-4B82-AACC-CCDD5A1E413B}" srcOrd="28" destOrd="0" presId="urn:microsoft.com/office/officeart/2008/layout/AscendingPictureAccentProcess"/>
    <dgm:cxn modelId="{31F33B3A-04D2-4318-BB61-B4F706EA04C1}" type="presParOf" srcId="{7A0DFF2F-FBFC-4B82-AACC-CCDD5A1E413B}" destId="{2462EBC1-A8C1-4F91-9B5C-737B049125F6}" srcOrd="0" destOrd="0" presId="urn:microsoft.com/office/officeart/2008/layout/AscendingPictureAccentProcess"/>
    <dgm:cxn modelId="{441DF3CA-5377-4916-AFF2-A4D7E4759CDE}" type="presParOf" srcId="{82F78FEB-4EF6-4C5E-AA24-90BC3F2E282D}" destId="{D6E629D5-BF3A-4AE8-816D-5BB903977F72}" srcOrd="29" destOrd="0" presId="urn:microsoft.com/office/officeart/2008/layout/AscendingPictureAccentProcess"/>
    <dgm:cxn modelId="{78E2BF7B-6B1A-4CE7-A2EA-7F99E50AFFA5}" type="presParOf" srcId="{82F78FEB-4EF6-4C5E-AA24-90BC3F2E282D}" destId="{88E57C88-394D-4AAC-B824-B5A1FC62E716}" srcOrd="30" destOrd="0" presId="urn:microsoft.com/office/officeart/2008/layout/AscendingPictureAccentProcess"/>
    <dgm:cxn modelId="{C978B8ED-E4F5-4166-ABF9-D8AF2C4DE0CE}" type="presParOf" srcId="{82F78FEB-4EF6-4C5E-AA24-90BC3F2E282D}" destId="{3B66A83E-564D-4983-9FE7-F71A2D9F0DB9}" srcOrd="31" destOrd="0" presId="urn:microsoft.com/office/officeart/2008/layout/AscendingPictureAccentProcess"/>
    <dgm:cxn modelId="{BCE2A467-8AF3-4E51-B4D1-3E289AB24AA1}" type="presParOf" srcId="{3B66A83E-564D-4983-9FE7-F71A2D9F0DB9}" destId="{AB519091-33C8-4711-9A7C-B2BB4BDA7EB7}" srcOrd="0" destOrd="0" presId="urn:microsoft.com/office/officeart/2008/layout/AscendingPictureAccentProcess"/>
    <dgm:cxn modelId="{03BC3136-1596-43BD-A918-63EBC4423643}" type="presParOf" srcId="{82F78FEB-4EF6-4C5E-AA24-90BC3F2E282D}" destId="{343525E9-60D5-40BB-BE98-29C8AA3F02B2}" srcOrd="32" destOrd="0" presId="urn:microsoft.com/office/officeart/2008/layout/AscendingPictureAccentProcess"/>
    <dgm:cxn modelId="{5B1743C4-30F4-42EF-9505-081066439FA6}" type="presParOf" srcId="{82F78FEB-4EF6-4C5E-AA24-90BC3F2E282D}" destId="{E9858F97-2883-4E30-B2EB-A962BD888A19}" srcOrd="33" destOrd="0" presId="urn:microsoft.com/office/officeart/2008/layout/AscendingPictureAccentProcess"/>
    <dgm:cxn modelId="{0D877CCB-F401-43ED-B21E-DDFD1C824F00}" type="presParOf" srcId="{E9858F97-2883-4E30-B2EB-A962BD888A19}" destId="{C3FFDE5D-4E08-49B2-917B-1E9EAEBCE796}" srcOrd="0" destOrd="0" presId="urn:microsoft.com/office/officeart/2008/layout/AscendingPictureAccent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E244EC-9F17-4995-99AD-372E508744B3}">
      <dsp:nvSpPr>
        <dsp:cNvPr id="0" name=""/>
        <dsp:cNvSpPr/>
      </dsp:nvSpPr>
      <dsp:spPr>
        <a:xfrm>
          <a:off x="3049215" y="5200600"/>
          <a:ext cx="88011" cy="88011"/>
        </a:xfrm>
        <a:prstGeom prst="ellips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0401D03-B36F-407D-AC05-AC8CA2C24960}">
      <dsp:nvSpPr>
        <dsp:cNvPr id="0" name=""/>
        <dsp:cNvSpPr/>
      </dsp:nvSpPr>
      <dsp:spPr>
        <a:xfrm>
          <a:off x="2861456" y="5281270"/>
          <a:ext cx="88011" cy="88011"/>
        </a:xfrm>
        <a:prstGeom prst="ellips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1B5CA32-56A9-4B44-9079-2AF8A5F22786}">
      <dsp:nvSpPr>
        <dsp:cNvPr id="0" name=""/>
        <dsp:cNvSpPr/>
      </dsp:nvSpPr>
      <dsp:spPr>
        <a:xfrm>
          <a:off x="2669506" y="5349965"/>
          <a:ext cx="88011" cy="88011"/>
        </a:xfrm>
        <a:prstGeom prst="ellips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4AEEBD8-ACCE-461C-953D-ED84B6ED9527}">
      <dsp:nvSpPr>
        <dsp:cNvPr id="0" name=""/>
        <dsp:cNvSpPr/>
      </dsp:nvSpPr>
      <dsp:spPr>
        <a:xfrm>
          <a:off x="2475041" y="5406056"/>
          <a:ext cx="88011" cy="88011"/>
        </a:xfrm>
        <a:prstGeom prst="ellips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F47BA7E-ABBB-4D88-9CC0-98478904E8EB}">
      <dsp:nvSpPr>
        <dsp:cNvPr id="0" name=""/>
        <dsp:cNvSpPr/>
      </dsp:nvSpPr>
      <dsp:spPr>
        <a:xfrm>
          <a:off x="2278062" y="5449542"/>
          <a:ext cx="88011" cy="88011"/>
        </a:xfrm>
        <a:prstGeom prst="ellips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A6F846C-845C-453A-8528-1599BB32B781}">
      <dsp:nvSpPr>
        <dsp:cNvPr id="0" name=""/>
        <dsp:cNvSpPr/>
      </dsp:nvSpPr>
      <dsp:spPr>
        <a:xfrm>
          <a:off x="4117932" y="4444951"/>
          <a:ext cx="88011" cy="88011"/>
        </a:xfrm>
        <a:prstGeom prst="ellips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9C2D3D2-5080-4454-98AC-295E30AE4CF3}">
      <dsp:nvSpPr>
        <dsp:cNvPr id="0" name=""/>
        <dsp:cNvSpPr/>
      </dsp:nvSpPr>
      <dsp:spPr>
        <a:xfrm>
          <a:off x="3960348" y="4594947"/>
          <a:ext cx="88011" cy="88011"/>
        </a:xfrm>
        <a:prstGeom prst="ellips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215B4B4-1DF7-4378-895F-1EABF13A8A9C}">
      <dsp:nvSpPr>
        <dsp:cNvPr id="0" name=""/>
        <dsp:cNvSpPr/>
      </dsp:nvSpPr>
      <dsp:spPr>
        <a:xfrm>
          <a:off x="4799396" y="3554432"/>
          <a:ext cx="88011" cy="88011"/>
        </a:xfrm>
        <a:prstGeom prst="ellips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35B0DB1-8332-40B1-B0B1-AF23912DEC50}">
      <dsp:nvSpPr>
        <dsp:cNvPr id="0" name=""/>
        <dsp:cNvSpPr/>
      </dsp:nvSpPr>
      <dsp:spPr>
        <a:xfrm>
          <a:off x="5261250" y="2501314"/>
          <a:ext cx="88011" cy="88011"/>
        </a:xfrm>
        <a:prstGeom prst="ellips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987BE6E-385B-4919-BD0B-A9ACD59095F9}">
      <dsp:nvSpPr>
        <dsp:cNvPr id="0" name=""/>
        <dsp:cNvSpPr/>
      </dsp:nvSpPr>
      <dsp:spPr>
        <a:xfrm>
          <a:off x="5480860" y="1404709"/>
          <a:ext cx="88011" cy="88011"/>
        </a:xfrm>
        <a:prstGeom prst="ellips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E7AE751-B02B-4624-804B-BAD258C2E245}">
      <dsp:nvSpPr>
        <dsp:cNvPr id="0" name=""/>
        <dsp:cNvSpPr/>
      </dsp:nvSpPr>
      <dsp:spPr>
        <a:xfrm>
          <a:off x="5289749" y="101387"/>
          <a:ext cx="88011" cy="88011"/>
        </a:xfrm>
        <a:prstGeom prst="ellips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5FD1650-FBC4-47BB-ACC1-98CA7FA20DFD}">
      <dsp:nvSpPr>
        <dsp:cNvPr id="0" name=""/>
        <dsp:cNvSpPr/>
      </dsp:nvSpPr>
      <dsp:spPr>
        <a:xfrm>
          <a:off x="5420509" y="0"/>
          <a:ext cx="88011" cy="88011"/>
        </a:xfrm>
        <a:prstGeom prst="ellips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750FBD9-FBCF-4923-841E-3341C7CC65FE}">
      <dsp:nvSpPr>
        <dsp:cNvPr id="0" name=""/>
        <dsp:cNvSpPr/>
      </dsp:nvSpPr>
      <dsp:spPr>
        <a:xfrm>
          <a:off x="5551270" y="0"/>
          <a:ext cx="88011" cy="88011"/>
        </a:xfrm>
        <a:prstGeom prst="ellips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10DAF37-0D95-40EF-B438-57E7E7F49298}">
      <dsp:nvSpPr>
        <dsp:cNvPr id="0" name=""/>
        <dsp:cNvSpPr/>
      </dsp:nvSpPr>
      <dsp:spPr>
        <a:xfrm>
          <a:off x="5682869" y="0"/>
          <a:ext cx="88011" cy="88011"/>
        </a:xfrm>
        <a:prstGeom prst="ellips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FD7A109-909B-4667-9AC3-EAAAE51DD446}">
      <dsp:nvSpPr>
        <dsp:cNvPr id="0" name=""/>
        <dsp:cNvSpPr/>
      </dsp:nvSpPr>
      <dsp:spPr>
        <a:xfrm>
          <a:off x="5813630" y="101387"/>
          <a:ext cx="88011" cy="88011"/>
        </a:xfrm>
        <a:prstGeom prst="ellips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B8F2C2D-0EA7-4540-8B31-1DB95A3ACB88}">
      <dsp:nvSpPr>
        <dsp:cNvPr id="0" name=""/>
        <dsp:cNvSpPr/>
      </dsp:nvSpPr>
      <dsp:spPr>
        <a:xfrm>
          <a:off x="5551270" y="112732"/>
          <a:ext cx="88011" cy="88011"/>
        </a:xfrm>
        <a:prstGeom prst="ellips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6DCCBE3-92EE-47F4-8DA0-FB12C8E24C42}">
      <dsp:nvSpPr>
        <dsp:cNvPr id="0" name=""/>
        <dsp:cNvSpPr/>
      </dsp:nvSpPr>
      <dsp:spPr>
        <a:xfrm>
          <a:off x="5551270" y="334573"/>
          <a:ext cx="88011" cy="88011"/>
        </a:xfrm>
        <a:prstGeom prst="ellips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42C6904-5BFC-404B-8B20-4BC8EE03B487}">
      <dsp:nvSpPr>
        <dsp:cNvPr id="0" name=""/>
        <dsp:cNvSpPr/>
      </dsp:nvSpPr>
      <dsp:spPr>
        <a:xfrm>
          <a:off x="1821661" y="5618966"/>
          <a:ext cx="1906926" cy="511118"/>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3633" tIns="45720" rIns="45720" bIns="45720" numCol="1" spcCol="1270" anchor="ctr" anchorCtr="0">
          <a:noAutofit/>
        </a:bodyPr>
        <a:lstStyle/>
        <a:p>
          <a:pPr marL="0" lvl="0" indent="0" algn="l" defTabSz="533400">
            <a:lnSpc>
              <a:spcPct val="90000"/>
            </a:lnSpc>
            <a:spcBef>
              <a:spcPct val="0"/>
            </a:spcBef>
            <a:spcAft>
              <a:spcPct val="35000"/>
            </a:spcAft>
            <a:buNone/>
          </a:pPr>
          <a:r>
            <a:rPr lang="en-IN" sz="1200" kern="1200" dirty="0"/>
            <a:t>City Name</a:t>
          </a:r>
          <a:endParaRPr lang="en-US" sz="1200" kern="1200" dirty="0"/>
        </a:p>
      </dsp:txBody>
      <dsp:txXfrm>
        <a:off x="1846612" y="5643917"/>
        <a:ext cx="1857024" cy="461216"/>
      </dsp:txXfrm>
    </dsp:sp>
    <dsp:sp modelId="{44A04123-00E6-46CC-8BF7-5CD3347DFF2A}">
      <dsp:nvSpPr>
        <dsp:cNvPr id="0" name=""/>
        <dsp:cNvSpPr/>
      </dsp:nvSpPr>
      <dsp:spPr>
        <a:xfrm>
          <a:off x="3728596" y="5618966"/>
          <a:ext cx="4722472" cy="5111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25400" rIns="25400" bIns="25400" numCol="1" spcCol="1270" anchor="ctr" anchorCtr="0">
          <a:noAutofit/>
        </a:bodyPr>
        <a:lstStyle/>
        <a:p>
          <a:pPr marL="0" lvl="0" indent="0" algn="l" defTabSz="444500">
            <a:lnSpc>
              <a:spcPct val="90000"/>
            </a:lnSpc>
            <a:spcBef>
              <a:spcPct val="0"/>
            </a:spcBef>
            <a:spcAft>
              <a:spcPct val="35000"/>
            </a:spcAft>
            <a:buNone/>
          </a:pPr>
          <a:r>
            <a:rPr lang="en-IN" sz="1000" kern="1200" dirty="0"/>
            <a:t>For weather information</a:t>
          </a:r>
          <a:endParaRPr lang="en-US" sz="1000" kern="1200" dirty="0"/>
        </a:p>
      </dsp:txBody>
      <dsp:txXfrm>
        <a:off x="3728596" y="5618966"/>
        <a:ext cx="4722472" cy="511118"/>
      </dsp:txXfrm>
    </dsp:sp>
    <dsp:sp modelId="{2832FC2B-B733-4C86-A5BC-26955CE2E2F5}">
      <dsp:nvSpPr>
        <dsp:cNvPr id="0" name=""/>
        <dsp:cNvSpPr/>
      </dsp:nvSpPr>
      <dsp:spPr>
        <a:xfrm>
          <a:off x="1293168" y="5106898"/>
          <a:ext cx="884311" cy="884216"/>
        </a:xfrm>
        <a:prstGeom prst="ellipse">
          <a:avLst/>
        </a:prstGeom>
        <a:blipFill dpi="0" rotWithShape="1">
          <a:blip xmlns:r="http://schemas.openxmlformats.org/officeDocument/2006/relationships" r:embed="rId1">
            <a:extLst>
              <a:ext uri="{28A0092B-C50C-407E-A947-70E740481C1C}">
                <a14:useLocalDpi xmlns:a14="http://schemas.microsoft.com/office/drawing/2010/main" val="0"/>
              </a:ext>
            </a:extLst>
          </a:blip>
          <a:srcRect/>
          <a:stretch>
            <a:fillRect l="1503" t="1503" r="1503" b="9263"/>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6E60D22-2263-4BB1-89E2-9503889F46EF}">
      <dsp:nvSpPr>
        <dsp:cNvPr id="0" name=""/>
        <dsp:cNvSpPr/>
      </dsp:nvSpPr>
      <dsp:spPr>
        <a:xfrm>
          <a:off x="3650634" y="5010791"/>
          <a:ext cx="1906926" cy="511118"/>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3633" tIns="45720" rIns="45720" bIns="45720" numCol="1" spcCol="1270" anchor="ctr" anchorCtr="0">
          <a:noAutofit/>
        </a:bodyPr>
        <a:lstStyle/>
        <a:p>
          <a:pPr marL="0" lvl="0" indent="0" algn="l" defTabSz="533400">
            <a:lnSpc>
              <a:spcPct val="90000"/>
            </a:lnSpc>
            <a:spcBef>
              <a:spcPct val="0"/>
            </a:spcBef>
            <a:spcAft>
              <a:spcPct val="35000"/>
            </a:spcAft>
            <a:buNone/>
          </a:pPr>
          <a:r>
            <a:rPr lang="en-IN" sz="1200" kern="1200" dirty="0"/>
            <a:t>Get Weather</a:t>
          </a:r>
          <a:endParaRPr lang="en-US" sz="1200" kern="1200" dirty="0"/>
        </a:p>
      </dsp:txBody>
      <dsp:txXfrm>
        <a:off x="3675585" y="5035742"/>
        <a:ext cx="1857024" cy="461216"/>
      </dsp:txXfrm>
    </dsp:sp>
    <dsp:sp modelId="{42A4BCA3-2D2D-4C12-AF6D-DAD1057514D4}">
      <dsp:nvSpPr>
        <dsp:cNvPr id="0" name=""/>
        <dsp:cNvSpPr/>
      </dsp:nvSpPr>
      <dsp:spPr>
        <a:xfrm>
          <a:off x="5557553" y="5010791"/>
          <a:ext cx="2893499" cy="5111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25400" rIns="25400" bIns="25400" numCol="1" spcCol="1270" anchor="ctr" anchorCtr="0">
          <a:noAutofit/>
        </a:bodyPr>
        <a:lstStyle/>
        <a:p>
          <a:pPr marL="0" lvl="0" indent="0" algn="l" defTabSz="444500">
            <a:lnSpc>
              <a:spcPct val="90000"/>
            </a:lnSpc>
            <a:spcBef>
              <a:spcPct val="0"/>
            </a:spcBef>
            <a:spcAft>
              <a:spcPct val="35000"/>
            </a:spcAft>
            <a:buNone/>
          </a:pPr>
          <a:r>
            <a:rPr lang="en-IN" sz="1000" kern="1200" dirty="0"/>
            <a:t>Visualization-1.</a:t>
          </a:r>
          <a:endParaRPr lang="en-US" sz="1000" kern="1200" dirty="0"/>
        </a:p>
      </dsp:txBody>
      <dsp:txXfrm>
        <a:off x="5557553" y="5010791"/>
        <a:ext cx="2893499" cy="511118"/>
      </dsp:txXfrm>
    </dsp:sp>
    <dsp:sp modelId="{EC16F2B3-55A7-4A49-A778-CE2EAD68921F}">
      <dsp:nvSpPr>
        <dsp:cNvPr id="0" name=""/>
        <dsp:cNvSpPr/>
      </dsp:nvSpPr>
      <dsp:spPr>
        <a:xfrm>
          <a:off x="3121303" y="4498724"/>
          <a:ext cx="884311" cy="884216"/>
        </a:xfrm>
        <a:prstGeom prst="ellipse">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ADD33C6-FCAD-47F7-BD46-4CC0AEA603C5}">
      <dsp:nvSpPr>
        <dsp:cNvPr id="0" name=""/>
        <dsp:cNvSpPr/>
      </dsp:nvSpPr>
      <dsp:spPr>
        <a:xfrm>
          <a:off x="4552548" y="4100105"/>
          <a:ext cx="1906926" cy="511118"/>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3633" tIns="45720" rIns="45720" bIns="45720" numCol="1" spcCol="1270" anchor="ctr" anchorCtr="0">
          <a:noAutofit/>
        </a:bodyPr>
        <a:lstStyle/>
        <a:p>
          <a:pPr marL="0" lvl="0" indent="0" algn="l" defTabSz="533400">
            <a:lnSpc>
              <a:spcPct val="90000"/>
            </a:lnSpc>
            <a:spcBef>
              <a:spcPct val="0"/>
            </a:spcBef>
            <a:spcAft>
              <a:spcPct val="35000"/>
            </a:spcAft>
            <a:buNone/>
          </a:pPr>
          <a:r>
            <a:rPr lang="en-IN" sz="1200" kern="1200" dirty="0"/>
            <a:t>Pollution Index</a:t>
          </a:r>
          <a:endParaRPr lang="en-US" sz="1200" kern="1200" dirty="0"/>
        </a:p>
      </dsp:txBody>
      <dsp:txXfrm>
        <a:off x="4577499" y="4125056"/>
        <a:ext cx="1857024" cy="461216"/>
      </dsp:txXfrm>
    </dsp:sp>
    <dsp:sp modelId="{AAA28D36-B273-4E1F-AA0F-87511187BEA0}">
      <dsp:nvSpPr>
        <dsp:cNvPr id="0" name=""/>
        <dsp:cNvSpPr/>
      </dsp:nvSpPr>
      <dsp:spPr>
        <a:xfrm>
          <a:off x="6459470" y="4100105"/>
          <a:ext cx="1991585" cy="5111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25400" rIns="25400" bIns="25400" numCol="1" spcCol="1270" anchor="ctr" anchorCtr="0">
          <a:noAutofit/>
        </a:bodyPr>
        <a:lstStyle/>
        <a:p>
          <a:pPr marL="0" lvl="0" indent="0" algn="l" defTabSz="444500">
            <a:lnSpc>
              <a:spcPct val="90000"/>
            </a:lnSpc>
            <a:spcBef>
              <a:spcPct val="0"/>
            </a:spcBef>
            <a:spcAft>
              <a:spcPct val="35000"/>
            </a:spcAft>
            <a:buNone/>
          </a:pPr>
          <a:r>
            <a:rPr lang="en-IN" sz="1000" kern="1200" dirty="0"/>
            <a:t>Comparison with other countries and WHO level.</a:t>
          </a:r>
          <a:endParaRPr lang="en-US" sz="1000" kern="1200" dirty="0"/>
        </a:p>
      </dsp:txBody>
      <dsp:txXfrm>
        <a:off x="6459470" y="4100105"/>
        <a:ext cx="1991585" cy="511118"/>
      </dsp:txXfrm>
    </dsp:sp>
    <dsp:sp modelId="{C670E8DF-AC8A-4A7D-9F66-773AF5357A0A}">
      <dsp:nvSpPr>
        <dsp:cNvPr id="0" name=""/>
        <dsp:cNvSpPr/>
      </dsp:nvSpPr>
      <dsp:spPr>
        <a:xfrm>
          <a:off x="4023216" y="3588037"/>
          <a:ext cx="884311" cy="884216"/>
        </a:xfrm>
        <a:prstGeom prst="ellipse">
          <a:avLst/>
        </a:prstGeom>
        <a:blipFill dpi="0" rotWithShape="1">
          <a:blip xmlns:r="http://schemas.openxmlformats.org/officeDocument/2006/relationships" r:embed="rId3" cstate="print">
            <a:extLst>
              <a:ext uri="{28A0092B-C50C-407E-A947-70E740481C1C}">
                <a14:useLocalDpi xmlns:a14="http://schemas.microsoft.com/office/drawing/2010/main"/>
              </a:ext>
            </a:extLst>
          </a:blip>
          <a:srcRect/>
          <a:stretch>
            <a:fillRect b="26721"/>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C2A444D-8539-4355-B283-DDEE02BEDCB8}">
      <dsp:nvSpPr>
        <dsp:cNvPr id="0" name=""/>
        <dsp:cNvSpPr/>
      </dsp:nvSpPr>
      <dsp:spPr>
        <a:xfrm>
          <a:off x="5096546" y="3103077"/>
          <a:ext cx="1906926" cy="511118"/>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3633" tIns="45720" rIns="45720" bIns="45720" numCol="1" spcCol="1270" anchor="ctr" anchorCtr="0">
          <a:noAutofit/>
        </a:bodyPr>
        <a:lstStyle/>
        <a:p>
          <a:pPr marL="0" lvl="0" indent="0" algn="l" defTabSz="533400">
            <a:lnSpc>
              <a:spcPct val="90000"/>
            </a:lnSpc>
            <a:spcBef>
              <a:spcPct val="0"/>
            </a:spcBef>
            <a:spcAft>
              <a:spcPct val="35000"/>
            </a:spcAft>
            <a:buNone/>
          </a:pPr>
          <a:r>
            <a:rPr lang="en-IN" sz="1200" kern="1200" dirty="0"/>
            <a:t>Greenhouse gas source emission.</a:t>
          </a:r>
          <a:endParaRPr lang="en-US" sz="1200" kern="1200" dirty="0"/>
        </a:p>
      </dsp:txBody>
      <dsp:txXfrm>
        <a:off x="5121497" y="3128028"/>
        <a:ext cx="1857024" cy="461216"/>
      </dsp:txXfrm>
    </dsp:sp>
    <dsp:sp modelId="{F10211A9-6353-4920-8F74-EF41D3B688D0}">
      <dsp:nvSpPr>
        <dsp:cNvPr id="0" name=""/>
        <dsp:cNvSpPr/>
      </dsp:nvSpPr>
      <dsp:spPr>
        <a:xfrm>
          <a:off x="7337771" y="3103077"/>
          <a:ext cx="1447587" cy="5111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25400" rIns="25400" bIns="25400" numCol="1" spcCol="1270" anchor="ctr" anchorCtr="0">
          <a:noAutofit/>
        </a:bodyPr>
        <a:lstStyle/>
        <a:p>
          <a:pPr marL="0" lvl="0" indent="0" algn="l" defTabSz="444500">
            <a:lnSpc>
              <a:spcPct val="90000"/>
            </a:lnSpc>
            <a:spcBef>
              <a:spcPct val="0"/>
            </a:spcBef>
            <a:spcAft>
              <a:spcPct val="35000"/>
            </a:spcAft>
            <a:buNone/>
          </a:pPr>
          <a:r>
            <a:rPr lang="en-IN" sz="1000" kern="1200" dirty="0"/>
            <a:t>Countries emitting Greenhouse gases over the years</a:t>
          </a:r>
          <a:endParaRPr lang="en-US" sz="1000" kern="1200" dirty="0"/>
        </a:p>
      </dsp:txBody>
      <dsp:txXfrm>
        <a:off x="7337771" y="3103077"/>
        <a:ext cx="1447587" cy="511118"/>
      </dsp:txXfrm>
    </dsp:sp>
    <dsp:sp modelId="{2462EBC1-A8C1-4F91-9B5C-737B049125F6}">
      <dsp:nvSpPr>
        <dsp:cNvPr id="0" name=""/>
        <dsp:cNvSpPr/>
      </dsp:nvSpPr>
      <dsp:spPr>
        <a:xfrm>
          <a:off x="4567214" y="2591009"/>
          <a:ext cx="884311" cy="884216"/>
        </a:xfrm>
        <a:prstGeom prst="ellipse">
          <a:avLst/>
        </a:prstGeom>
        <a:blipFill>
          <a:blip xmlns:r="http://schemas.openxmlformats.org/officeDocument/2006/relationships" r:embed="rId4"/>
          <a:srcRect/>
          <a:stretch>
            <a:fillRect t="-1000" b="-1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6E629D5-BF3A-4AE8-816D-5BB903977F72}">
      <dsp:nvSpPr>
        <dsp:cNvPr id="0" name=""/>
        <dsp:cNvSpPr/>
      </dsp:nvSpPr>
      <dsp:spPr>
        <a:xfrm>
          <a:off x="5446917" y="2029160"/>
          <a:ext cx="1906926" cy="511118"/>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3633" tIns="45720" rIns="45720" bIns="45720" numCol="1" spcCol="1270" anchor="ctr" anchorCtr="0">
          <a:noAutofit/>
        </a:bodyPr>
        <a:lstStyle/>
        <a:p>
          <a:pPr marL="0" lvl="0" indent="0" algn="l" defTabSz="533400">
            <a:lnSpc>
              <a:spcPct val="90000"/>
            </a:lnSpc>
            <a:spcBef>
              <a:spcPct val="0"/>
            </a:spcBef>
            <a:spcAft>
              <a:spcPct val="35000"/>
            </a:spcAft>
            <a:buNone/>
          </a:pPr>
          <a:r>
            <a:rPr lang="en-IN" sz="1200" kern="1200" dirty="0"/>
            <a:t>Forest Area on globe – by country.</a:t>
          </a:r>
          <a:endParaRPr lang="en-US" sz="1200" kern="1200" dirty="0"/>
        </a:p>
      </dsp:txBody>
      <dsp:txXfrm>
        <a:off x="5471868" y="2054111"/>
        <a:ext cx="1857024" cy="461216"/>
      </dsp:txXfrm>
    </dsp:sp>
    <dsp:sp modelId="{88E57C88-394D-4AAC-B824-B5A1FC62E716}">
      <dsp:nvSpPr>
        <dsp:cNvPr id="0" name=""/>
        <dsp:cNvSpPr/>
      </dsp:nvSpPr>
      <dsp:spPr>
        <a:xfrm>
          <a:off x="8113628" y="2029160"/>
          <a:ext cx="1097216" cy="5111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25400" rIns="25400" bIns="25400" numCol="1" spcCol="1270" anchor="ctr" anchorCtr="0">
          <a:noAutofit/>
        </a:bodyPr>
        <a:lstStyle/>
        <a:p>
          <a:pPr marL="0" lvl="0" indent="0" algn="l" defTabSz="444500">
            <a:lnSpc>
              <a:spcPct val="90000"/>
            </a:lnSpc>
            <a:spcBef>
              <a:spcPct val="0"/>
            </a:spcBef>
            <a:spcAft>
              <a:spcPct val="35000"/>
            </a:spcAft>
            <a:buNone/>
          </a:pPr>
          <a:r>
            <a:rPr lang="en-IN" sz="1000" kern="1200" dirty="0"/>
            <a:t>% of forest area of total area </a:t>
          </a:r>
          <a:endParaRPr lang="en-US" sz="1000" kern="1200" dirty="0"/>
        </a:p>
      </dsp:txBody>
      <dsp:txXfrm>
        <a:off x="8113628" y="2029160"/>
        <a:ext cx="1097216" cy="511118"/>
      </dsp:txXfrm>
    </dsp:sp>
    <dsp:sp modelId="{AB519091-33C8-4711-9A7C-B2BB4BDA7EB7}">
      <dsp:nvSpPr>
        <dsp:cNvPr id="0" name=""/>
        <dsp:cNvSpPr/>
      </dsp:nvSpPr>
      <dsp:spPr>
        <a:xfrm>
          <a:off x="4918424" y="1517093"/>
          <a:ext cx="884311" cy="884216"/>
        </a:xfrm>
        <a:prstGeom prst="ellipse">
          <a:avLst/>
        </a:prstGeom>
        <a:blipFill>
          <a:blip xmlns:r="http://schemas.openxmlformats.org/officeDocument/2006/relationships" r:embed="rId5">
            <a:extLst>
              <a:ext uri="{28A0092B-C50C-407E-A947-70E740481C1C}">
                <a14:useLocalDpi xmlns:a14="http://schemas.microsoft.com/office/drawing/2010/main" val="0"/>
              </a:ext>
            </a:extLst>
          </a:blip>
          <a:srcRect/>
          <a:stretch>
            <a:fillRect l="-19000" r="-19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43525E9-60D5-40BB-BE98-29C8AA3F02B2}">
      <dsp:nvSpPr>
        <dsp:cNvPr id="0" name=""/>
        <dsp:cNvSpPr/>
      </dsp:nvSpPr>
      <dsp:spPr>
        <a:xfrm>
          <a:off x="5722429" y="958819"/>
          <a:ext cx="1906926" cy="511118"/>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3633" tIns="45720" rIns="45720" bIns="45720" numCol="1" spcCol="1270" anchor="ctr" anchorCtr="0">
          <a:noAutofit/>
        </a:bodyPr>
        <a:lstStyle/>
        <a:p>
          <a:pPr marL="0" lvl="0" indent="0" algn="l" defTabSz="533400">
            <a:lnSpc>
              <a:spcPct val="90000"/>
            </a:lnSpc>
            <a:spcBef>
              <a:spcPct val="0"/>
            </a:spcBef>
            <a:spcAft>
              <a:spcPct val="35000"/>
            </a:spcAft>
            <a:buNone/>
          </a:pPr>
          <a:r>
            <a:rPr lang="en-IN" sz="1200" kern="1200" dirty="0"/>
            <a:t>CO2 emission by source and countries</a:t>
          </a:r>
          <a:endParaRPr lang="en-US" sz="1200" kern="1200" dirty="0"/>
        </a:p>
      </dsp:txBody>
      <dsp:txXfrm>
        <a:off x="5747380" y="983770"/>
        <a:ext cx="1857024" cy="461216"/>
      </dsp:txXfrm>
    </dsp:sp>
    <dsp:sp modelId="{C3FFDE5D-4E08-49B2-917B-1E9EAEBCE796}">
      <dsp:nvSpPr>
        <dsp:cNvPr id="0" name=""/>
        <dsp:cNvSpPr/>
      </dsp:nvSpPr>
      <dsp:spPr>
        <a:xfrm>
          <a:off x="5109536" y="460823"/>
          <a:ext cx="884311" cy="884216"/>
        </a:xfrm>
        <a:prstGeom prst="ellipse">
          <a:avLst/>
        </a:prstGeom>
        <a:blipFill>
          <a:blip xmlns:r="http://schemas.openxmlformats.org/officeDocument/2006/relationships" r:embed="rId6" cstate="print">
            <a:extLst>
              <a:ext uri="{28A0092B-C50C-407E-A947-70E740481C1C}">
                <a14:useLocalDpi xmlns:a14="http://schemas.microsoft.com/office/drawing/2010/main" val="0"/>
              </a:ext>
            </a:extLst>
          </a:blip>
          <a:srcRect/>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AscendingPictureAccentProcess">
  <dgm:title val=""/>
  <dgm:desc val=""/>
  <dgm:catLst>
    <dgm:cat type="process" pri="22500"/>
    <dgm:cat type="picture" pri="16000"/>
    <dgm:cat type="pictureconvert" pri="16000"/>
  </dgm:catLst>
  <dgm:samp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shape xmlns:r="http://schemas.openxmlformats.org/officeDocument/2006/relationships" r:blip="">
      <dgm:adjLst/>
    </dgm:shape>
    <dgm:choose name="Name1">
      <dgm:if name="Name2" axis="ch" ptType="node" func="cnt" op="equ" val="1">
        <dgm:choose name="Name3">
          <dgm:if name="Name4" func="var" arg="dir" op="equ" val="norm">
            <dgm:choose name="Name5">
              <dgm:if name="Name6" axis="des" func="maxDepth" op="gt" val="1">
                <dgm:alg type="composite">
                  <dgm:param type="ar" val="2.7"/>
                </dgm:alg>
                <dgm:constrLst>
                  <dgm:constr type="primFontSz" for="ch" forName="parTx1" op="equ" val="65"/>
                  <dgm:constr type="primFontSz" for="ch" forName="desTx1" op="equ" val="65"/>
                  <dgm:constr type="userD" refType="w" fact="0.0247"/>
                  <dgm:constr type="l" for="ch" forName="parTx1" refType="w" fact="0.2711"/>
                  <dgm:constr type="t" for="ch" forName="parTx1" refType="h" fact="0.9603"/>
                  <dgm:constr type="w" for="ch" forName="parTx1" refType="w" fact="0.5325"/>
                  <dgm:constr type="h" for="ch" forName="parTx1" refType="h" fact="0.3856"/>
                  <dgm:constr type="ctrX" for="ch" forName="picture1" refType="w" fact="0.2469"/>
                  <dgm:constr type="ctrY" for="ch" forName="picture1" refType="h" fact="0.9"/>
                  <dgm:constr type="w" for="ch" forName="picture1" refType="w" fact="0.2469"/>
                  <dgm:constr type="h" for="ch" forName="picture1" refType="h" fact="0.6667"/>
                  <dgm:constr type="l" for="ch" forName="desTx1" refType="r" refFor="ch" refForName="parTx1"/>
                  <dgm:constr type="r" for="ch" forName="desTx1" refType="w"/>
                  <dgm:constr type="t" for="ch" forName="desTx1" refType="t" refFor="ch" refForName="parTx1"/>
                  <dgm:constr type="h" for="ch" forName="desTx1" refType="h" refFor="ch" refForName="parTx1"/>
                </dgm:constrLst>
              </dgm:if>
              <dgm:else name="Name7">
                <dgm:alg type="composite">
                  <dgm:param type="ar" val="2"/>
                </dgm:alg>
                <dgm:constrLst>
                  <dgm:constr type="primFontSz" for="ch" forName="parTx1" op="equ" val="65"/>
                  <dgm:constr type="userD" refType="w" fact="0.0333"/>
                  <dgm:constr type="l" for="ch" forName="parTx1" refType="w" fact="0.366"/>
                  <dgm:constr type="t" for="ch" forName="parTx1" refType="h" fact="0.7113"/>
                  <dgm:constr type="w" for="ch" forName="parTx1" refType="w" fact="0.7189"/>
                  <dgm:constr type="h" for="ch" forName="parTx1" refType="h" fact="0.3856"/>
                  <dgm:constr type="ctrX" for="ch" forName="picture1" refType="w" fact="0.3333"/>
                  <dgm:constr type="ctrY" for="ch" forName="picture1" refType="h" fact="0.6667"/>
                  <dgm:constr type="w" for="ch" forName="picture1" refType="w" fact="0.3333"/>
                  <dgm:constr type="h" for="ch" forName="picture1" refType="h" fact="0.6667"/>
                </dgm:constrLst>
              </dgm:else>
            </dgm:choose>
          </dgm:if>
          <dgm:else name="Name8">
            <dgm:choose name="Name9">
              <dgm:if name="Name10" axis="des" func="maxDepth" op="gt" val="1">
                <dgm:alg type="composite">
                  <dgm:param type="ar" val="2.7"/>
                </dgm:alg>
                <dgm:constrLst>
                  <dgm:constr type="primFontSz" for="ch" forName="parTx1" op="equ" val="65"/>
                  <dgm:constr type="primFontSz" for="ch" forName="desTx1" op="equ" val="65"/>
                  <dgm:constr type="userD" refType="w" fact="0.0247"/>
                  <dgm:constr type="r" for="ch" forName="parTx1" refType="w" fact="0.7289"/>
                  <dgm:constr type="t" for="ch" forName="parTx1" refType="h" fact="0.9603"/>
                  <dgm:constr type="w" for="ch" forName="parTx1" refType="w" fact="0.5325"/>
                  <dgm:constr type="h" for="ch" forName="parTx1" refType="h" fact="0.3856"/>
                  <dgm:constr type="ctrX" for="ch" forName="picture1" refType="w" fact="0.7531"/>
                  <dgm:constr type="ctrY" for="ch" forName="picture1" refType="h" fact="0.9"/>
                  <dgm:constr type="w" for="ch" forName="picture1" refType="w" fact="0.2469"/>
                  <dgm:constr type="h" for="ch" forName="picture1" refType="h" fact="0.6667"/>
                  <dgm:constr type="r" for="ch" forName="desTx1" refType="l" refFor="ch" refForName="parTx1"/>
                  <dgm:constr type="l" for="ch" forName="desTx1"/>
                  <dgm:constr type="t" for="ch" forName="desTx1" refType="t" refFor="ch" refForName="parTx1"/>
                  <dgm:constr type="h" for="ch" forName="desTx1" refType="h" refFor="ch" refForName="parTx1"/>
                </dgm:constrLst>
              </dgm:if>
              <dgm:else name="Name11">
                <dgm:alg type="composite">
                  <dgm:param type="ar" val="2"/>
                </dgm:alg>
                <dgm:constrLst>
                  <dgm:constr type="primFontSz" for="ch" forName="parTx1" op="equ" val="65"/>
                  <dgm:constr type="userD" refType="w" fact="0.0333"/>
                  <dgm:constr type="r" for="ch" forName="parTx1" refType="w" fact="0.634"/>
                  <dgm:constr type="t" for="ch" forName="parTx1" refType="h" fact="0.7113"/>
                  <dgm:constr type="w" for="ch" forName="parTx1" refType="w" fact="0.7189"/>
                  <dgm:constr type="h" for="ch" forName="parTx1" refType="h" fact="0.3856"/>
                  <dgm:constr type="ctrX" for="ch" forName="picture1" refType="w" fact="0.6667"/>
                  <dgm:constr type="ctrY" for="ch" forName="picture1" refType="h" fact="0.6667"/>
                  <dgm:constr type="w" for="ch" forName="picture1" refType="w" fact="0.3333"/>
                  <dgm:constr type="h" for="ch" forName="picture1" refType="h" fact="0.6667"/>
                </dgm:constrLst>
              </dgm:else>
            </dgm:choose>
          </dgm:else>
        </dgm:choose>
      </dgm:if>
      <dgm:if name="Name12" axis="ch" ptType="node" func="cnt" op="equ" val="2">
        <dgm:choose name="Name13">
          <dgm:if name="Name14" func="var" arg="dir" op="equ" val="norm">
            <dgm:choose name="Name15">
              <dgm:if name="Name16" axis="des" func="maxDepth" op="gt" val="1">
                <dgm:alg type="composite">
                  <dgm:param type="ar" val="2"/>
                </dgm:alg>
                <dgm:constrLst>
                  <dgm:constr type="primFontSz" for="ch" forName="parTx1" op="equ" val="65"/>
                  <dgm:constr type="primFontSz" for="ch" forName="parTx2" refType="primFontSz" refFor="ch" refForName="parTx1" op="equ"/>
                  <dgm:constr type="primFontSz" for="ch" forName="desTx1" op="equ" val="65"/>
                  <dgm:constr type="primFontSz" for="ch" forName="desTx2" refType="primFontSz" refFor="ch" refForName="desTx1" op="equ"/>
                  <dgm:constr type="userD" refType="w" fact="0.0188"/>
                  <dgm:constr type="ctrX" for="ch" forName="dot1" refType="w" fact="0.3221"/>
                  <dgm:constr type="ctrY" for="ch" forName="dot1" refType="h" fact="0.5911"/>
                  <dgm:constr type="w" for="ch" forName="dot1" refType="userD"/>
                  <dgm:constr type="h" for="ch" forName="dot1" refType="userD"/>
                  <dgm:constr type="ctrX" for="ch" forName="dot2" refType="w" fact="0.3056"/>
                  <dgm:constr type="ctrY" for="ch" forName="dot2" refType="h" fact="0.644"/>
                  <dgm:constr type="w" for="ch" forName="dot2" refType="userD"/>
                  <dgm:constr type="h" for="ch" forName="dot2" refType="userD"/>
                  <dgm:constr type="ctrX" for="ch" forName="dot3" refType="w" fact="0.2859"/>
                  <dgm:constr type="ctrY" for="ch" forName="dot3" refType="h" fact="0.6898"/>
                  <dgm:constr type="w" for="ch" forName="dot3" refType="userD"/>
                  <dgm:constr type="h" for="ch" forName="dot3" refType="userD"/>
                  <dgm:constr type="ctrX" for="ch" forName="dotArrow1" refType="w" fact="0.3095"/>
                  <dgm:constr type="ctrY" for="ch" forName="dotArrow1" refType="h" fact="0.0587"/>
                  <dgm:constr type="w" for="ch" forName="dotArrow1" refType="userD"/>
                  <dgm:constr type="h" for="ch" forName="dotArrow1" refType="userD"/>
                  <dgm:constr type="ctrX" for="ch" forName="dotArrow2" refType="w" fact="0.3346"/>
                  <dgm:constr type="ctrY" for="ch" forName="dotArrow2" refType="h" fact="0.0287"/>
                  <dgm:constr type="w" for="ch" forName="dotArrow2" refType="userD"/>
                  <dgm:constr type="h" for="ch" forName="dotArrow2" refType="userD"/>
                  <dgm:constr type="ctrX" for="ch" forName="dotArrow3" refType="w" fact="0.3597"/>
                  <dgm:constr type="ctrY" for="ch" forName="dotArrow3" refType="h" fact="-0.0013"/>
                  <dgm:constr type="w" for="ch" forName="dotArrow3" refType="userD"/>
                  <dgm:constr type="h" for="ch" forName="dotArrow3" refType="userD"/>
                  <dgm:constr type="ctrX" for="ch" forName="dotArrow4" refType="w" fact="0.3848"/>
                  <dgm:constr type="ctrY" for="ch" forName="dotArrow4" refType="h" fact="0.0287"/>
                  <dgm:constr type="w" for="ch" forName="dotArrow4" refType="userD"/>
                  <dgm:constr type="h" for="ch" forName="dotArrow4" refType="userD"/>
                  <dgm:constr type="ctrX" for="ch" forName="dotArrow5" refType="w" fact="0.41"/>
                  <dgm:constr type="ctrY" for="ch" forName="dotArrow5" refType="h" fact="0.0587"/>
                  <dgm:constr type="w" for="ch" forName="dotArrow5" refType="userD"/>
                  <dgm:constr type="h" for="ch" forName="dotArrow5" refType="userD"/>
                  <dgm:constr type="ctrX" for="ch" forName="dotArrow6" refType="w" fact="0.3597"/>
                  <dgm:constr type="ctrY" for="ch" forName="dotArrow6" refType="h" fact="0.062"/>
                  <dgm:constr type="w" for="ch" forName="dotArrow6" refType="userD"/>
                  <dgm:constr type="h" for="ch" forName="dotArrow6" refType="userD"/>
                  <dgm:constr type="ctrX" for="ch" forName="dotArrow7" refType="w" fact="0.3597"/>
                  <dgm:constr type="ctrY" for="ch" forName="dotArrow7" refType="h" fact="0.1253"/>
                  <dgm:constr type="w" for="ch" forName="dotArrow7" refType="userD"/>
                  <dgm:constr type="h" for="ch" forName="dotArrow7" refType="userD"/>
                  <dgm:constr type="l" for="ch" forName="parTx1" refType="w" fact="0.197"/>
                  <dgm:constr type="t" for="ch" forName="parTx1" refType="h" fact="0.8169"/>
                  <dgm:constr type="w" for="ch" forName="parTx1" refType="w" fact="0.4064"/>
                  <dgm:constr type="h" for="ch" forName="parTx1" refType="h" fact="0.218"/>
                  <dgm:constr type="ctrX" for="ch" forName="picture1" refType="w" fact="0.1785"/>
                  <dgm:constr type="ctrY" for="ch" forName="picture1" refType="h" fact="0.7834"/>
                  <dgm:constr type="w" for="ch" forName="picture1" refType="w" fact="0.1884"/>
                  <dgm:constr type="h" for="ch" forName="picture1" refType="h" fact="0.3768"/>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3688"/>
                  <dgm:constr type="t" for="ch" forName="parTx2" refType="h" fact="0.3905"/>
                  <dgm:constr type="w" for="ch" forName="parTx2" refType="w" fact="0.4064"/>
                  <dgm:constr type="h" for="ch" forName="parTx2" refType="h" fact="0.218"/>
                  <dgm:constr type="ctrX" for="ch" forName="picture2" refType="w" fact="0.3503"/>
                  <dgm:constr type="ctrY" for="ch" forName="picture2" refType="h" fact="0.357"/>
                  <dgm:constr type="w" for="ch" forName="picture2" refType="w" fact="0.1884"/>
                  <dgm:constr type="h" for="ch" forName="picture2" refType="h" fact="0.3768"/>
                  <dgm:constr type="l" for="ch" forName="desTx2" refType="r" refFor="ch" refForName="parTx2"/>
                  <dgm:constr type="r" for="ch" forName="desTx2" refType="w"/>
                  <dgm:constr type="t" for="ch" forName="desTx2" refType="t" refFor="ch" refForName="parTx2"/>
                  <dgm:constr type="h" for="ch" forName="desTx2" refType="h" refFor="ch" refForName="parTx2"/>
                </dgm:constrLst>
              </dgm:if>
              <dgm:else name="Name17">
                <dgm:alg type="composite">
                  <dgm:param type="ar" val="1.5073"/>
                </dgm:alg>
                <dgm:constrLst>
                  <dgm:constr type="primFontSz" for="ch" forName="parTx1" op="equ" val="65"/>
                  <dgm:constr type="primFontSz" for="ch" forName="parTx2" refType="primFontSz" refFor="ch" refForName="parTx1" op="equ"/>
                  <dgm:constr type="userD" refType="w" fact="0.025"/>
                  <dgm:constr type="ctrX" for="ch" forName="dot1" refType="w" fact="0.4274"/>
                  <dgm:constr type="ctrY" for="ch" forName="dot1" refType="h" fact="0.5911"/>
                  <dgm:constr type="w" for="ch" forName="dot1" refType="userD"/>
                  <dgm:constr type="h" for="ch" forName="dot1" refType="userD"/>
                  <dgm:constr type="ctrX" for="ch" forName="dot2" refType="w" fact="0.4055"/>
                  <dgm:constr type="ctrY" for="ch" forName="dot2" refType="h" fact="0.644"/>
                  <dgm:constr type="w" for="ch" forName="dot2" refType="userD"/>
                  <dgm:constr type="h" for="ch" forName="dot2" refType="userD"/>
                  <dgm:constr type="ctrX" for="ch" forName="dot3" refType="w" fact="0.3794"/>
                  <dgm:constr type="ctrY" for="ch" forName="dot3" refType="h" fact="0.6898"/>
                  <dgm:constr type="w" for="ch" forName="dot3" refType="userD"/>
                  <dgm:constr type="h" for="ch" forName="dot3" refType="userD"/>
                  <dgm:constr type="ctrX" for="ch" forName="dotArrow1" refType="w" fact="0.4106"/>
                  <dgm:constr type="ctrY" for="ch" forName="dotArrow1" refType="h" fact="0.0587"/>
                  <dgm:constr type="w" for="ch" forName="dotArrow1" refType="userD"/>
                  <dgm:constr type="h" for="ch" forName="dotArrow1" refType="userD"/>
                  <dgm:constr type="ctrX" for="ch" forName="dotArrow2" refType="w" fact="0.444"/>
                  <dgm:constr type="ctrY" for="ch" forName="dotArrow2" refType="h" fact="0.0287"/>
                  <dgm:constr type="w" for="ch" forName="dotArrow2" refType="userD"/>
                  <dgm:constr type="h" for="ch" forName="dotArrow2" refType="userD"/>
                  <dgm:constr type="ctrX" for="ch" forName="dotArrow3" refType="w" fact="0.4773"/>
                  <dgm:constr type="ctrY" for="ch" forName="dotArrow3" refType="h" fact="-0.0013"/>
                  <dgm:constr type="w" for="ch" forName="dotArrow3" refType="userD"/>
                  <dgm:constr type="h" for="ch" forName="dotArrow3" refType="userD"/>
                  <dgm:constr type="ctrX" for="ch" forName="dotArrow4" refType="w" fact="0.5106"/>
                  <dgm:constr type="ctrY" for="ch" forName="dotArrow4" refType="h" fact="0.0287"/>
                  <dgm:constr type="w" for="ch" forName="dotArrow4" refType="userD"/>
                  <dgm:constr type="h" for="ch" forName="dotArrow4" refType="userD"/>
                  <dgm:constr type="ctrX" for="ch" forName="dotArrow5" refType="w" fact="0.544"/>
                  <dgm:constr type="ctrY" for="ch" forName="dotArrow5" refType="h" fact="0.0587"/>
                  <dgm:constr type="w" for="ch" forName="dotArrow5" refType="userD"/>
                  <dgm:constr type="h" for="ch" forName="dotArrow5" refType="userD"/>
                  <dgm:constr type="ctrX" for="ch" forName="dotArrow6" refType="w" fact="0.4773"/>
                  <dgm:constr type="ctrY" for="ch" forName="dotArrow6" refType="h" fact="0.062"/>
                  <dgm:constr type="w" for="ch" forName="dotArrow6" refType="userD"/>
                  <dgm:constr type="h" for="ch" forName="dotArrow6" refType="userD"/>
                  <dgm:constr type="ctrX" for="ch" forName="dotArrow7" refType="w" fact="0.4773"/>
                  <dgm:constr type="ctrY" for="ch" forName="dotArrow7" refType="h" fact="0.1253"/>
                  <dgm:constr type="w" for="ch" forName="dotArrow7" refType="userD"/>
                  <dgm:constr type="h" for="ch" forName="dotArrow7" refType="userD"/>
                  <dgm:constr type="l" for="ch" forName="parTx1" refType="w" fact="0.2614"/>
                  <dgm:constr type="t" for="ch" forName="parTx1" refType="h" fact="0.8086"/>
                  <dgm:constr type="w" for="ch" forName="parTx1" refType="w" fact="0.5392"/>
                  <dgm:constr type="h" for="ch" forName="parTx1" refType="h" fact="0.218"/>
                  <dgm:constr type="ctrX" for="ch" forName="picture1" refType="w" fact="0.2369"/>
                  <dgm:constr type="ctrY" for="ch" forName="picture1" refType="h" fact="0.7834"/>
                  <dgm:constr type="w" for="ch" forName="picture1" refType="w" fact="0.25"/>
                  <dgm:constr type="h" for="ch" forName="picture1" refType="h" fact="0.3768"/>
                  <dgm:constr type="l" for="ch" forName="parTx2" refType="w" fact="0.4893"/>
                  <dgm:constr type="t" for="ch" forName="parTx2" refType="h" fact="0.3822"/>
                  <dgm:constr type="w" for="ch" forName="parTx2" refType="w" fact="0.5392"/>
                  <dgm:constr type="h" for="ch" forName="parTx2" refType="h" fact="0.218"/>
                  <dgm:constr type="ctrX" for="ch" forName="picture2" refType="w" fact="0.4648"/>
                  <dgm:constr type="ctrY" for="ch" forName="picture2" refType="h" fact="0.357"/>
                  <dgm:constr type="w" for="ch" forName="picture2" refType="w" fact="0.25"/>
                  <dgm:constr type="h" for="ch" forName="picture2" refType="h" fact="0.3768"/>
                </dgm:constrLst>
              </dgm:else>
            </dgm:choose>
          </dgm:if>
          <dgm:else name="Name18">
            <dgm:choose name="Name19">
              <dgm:if name="Name20" axis="des" func="maxDepth" op="gt" val="1">
                <dgm:alg type="composite">
                  <dgm:param type="ar" val="2"/>
                </dgm:alg>
                <dgm:constrLst>
                  <dgm:constr type="primFontSz" for="ch" forName="parTx1" op="equ" val="65"/>
                  <dgm:constr type="primFontSz" for="ch" forName="parTx2" refType="primFontSz" refFor="ch" refForName="parTx1" op="equ"/>
                  <dgm:constr type="primFontSz" for="ch" forName="desTx1" op="equ" val="65"/>
                  <dgm:constr type="primFontSz" for="ch" forName="desTx2" refType="primFontSz" refFor="ch" refForName="desTx1" op="equ"/>
                  <dgm:constr type="userD" refType="w" fact="0.0188"/>
                  <dgm:constr type="ctrX" for="ch" forName="dot1" refType="w" fact="0.6779"/>
                  <dgm:constr type="ctrY" for="ch" forName="dot1" refType="h" fact="0.5911"/>
                  <dgm:constr type="w" for="ch" forName="dot1" refType="userD"/>
                  <dgm:constr type="h" for="ch" forName="dot1" refType="userD"/>
                  <dgm:constr type="ctrX" for="ch" forName="dot2" refType="w" fact="0.6944"/>
                  <dgm:constr type="ctrY" for="ch" forName="dot2" refType="h" fact="0.644"/>
                  <dgm:constr type="w" for="ch" forName="dot2" refType="userD"/>
                  <dgm:constr type="h" for="ch" forName="dot2" refType="userD"/>
                  <dgm:constr type="ctrX" for="ch" forName="dot3" refType="w" fact="0.7141"/>
                  <dgm:constr type="ctrY" for="ch" forName="dot3" refType="h" fact="0.6898"/>
                  <dgm:constr type="w" for="ch" forName="dot3" refType="userD"/>
                  <dgm:constr type="h" for="ch" forName="dot3" refType="userD"/>
                  <dgm:constr type="ctrX" for="ch" forName="dotArrow1" refType="w" fact="0.6905"/>
                  <dgm:constr type="ctrY" for="ch" forName="dotArrow1" refType="h" fact="0.0587"/>
                  <dgm:constr type="w" for="ch" forName="dotArrow1" refType="userD"/>
                  <dgm:constr type="h" for="ch" forName="dotArrow1" refType="userD"/>
                  <dgm:constr type="ctrX" for="ch" forName="dotArrow2" refType="w" fact="0.6654"/>
                  <dgm:constr type="ctrY" for="ch" forName="dotArrow2" refType="h" fact="0.0287"/>
                  <dgm:constr type="w" for="ch" forName="dotArrow2" refType="userD"/>
                  <dgm:constr type="h" for="ch" forName="dotArrow2" refType="userD"/>
                  <dgm:constr type="ctrX" for="ch" forName="dotArrow3" refType="w" fact="0.6403"/>
                  <dgm:constr type="ctrY" for="ch" forName="dotArrow3" refType="h" fact="-0.0013"/>
                  <dgm:constr type="w" for="ch" forName="dotArrow3" refType="userD"/>
                  <dgm:constr type="h" for="ch" forName="dotArrow3" refType="userD"/>
                  <dgm:constr type="ctrX" for="ch" forName="dotArrow4" refType="w" fact="0.6152"/>
                  <dgm:constr type="ctrY" for="ch" forName="dotArrow4" refType="h" fact="0.0287"/>
                  <dgm:constr type="w" for="ch" forName="dotArrow4" refType="userD"/>
                  <dgm:constr type="h" for="ch" forName="dotArrow4" refType="userD"/>
                  <dgm:constr type="ctrX" for="ch" forName="dotArrow5" refType="w" fact="0.59"/>
                  <dgm:constr type="ctrY" for="ch" forName="dotArrow5" refType="h" fact="0.0587"/>
                  <dgm:constr type="w" for="ch" forName="dotArrow5" refType="userD"/>
                  <dgm:constr type="h" for="ch" forName="dotArrow5" refType="userD"/>
                  <dgm:constr type="ctrX" for="ch" forName="dotArrow6" refType="w" fact="0.6403"/>
                  <dgm:constr type="ctrY" for="ch" forName="dotArrow6" refType="h" fact="0.062"/>
                  <dgm:constr type="w" for="ch" forName="dotArrow6" refType="userD"/>
                  <dgm:constr type="h" for="ch" forName="dotArrow6" refType="userD"/>
                  <dgm:constr type="ctrX" for="ch" forName="dotArrow7" refType="w" fact="0.6403"/>
                  <dgm:constr type="ctrY" for="ch" forName="dotArrow7" refType="h" fact="0.1253"/>
                  <dgm:constr type="w" for="ch" forName="dotArrow7" refType="userD"/>
                  <dgm:constr type="h" for="ch" forName="dotArrow7" refType="userD"/>
                  <dgm:constr type="r" for="ch" forName="parTx1" refType="w" fact="0.803"/>
                  <dgm:constr type="t" for="ch" forName="parTx1" refType="h" fact="0.8169"/>
                  <dgm:constr type="w" for="ch" forName="parTx1" refType="w" fact="0.4064"/>
                  <dgm:constr type="h" for="ch" forName="parTx1" refType="h" fact="0.218"/>
                  <dgm:constr type="ctrX" for="ch" forName="picture1" refType="w" fact="0.8215"/>
                  <dgm:constr type="ctrY" for="ch" forName="picture1" refType="h" fact="0.7834"/>
                  <dgm:constr type="w" for="ch" forName="picture1" refType="w" fact="0.1884"/>
                  <dgm:constr type="h" for="ch" forName="picture1" refType="h" fact="0.3768"/>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6312"/>
                  <dgm:constr type="t" for="ch" forName="parTx2" refType="h" fact="0.3905"/>
                  <dgm:constr type="w" for="ch" forName="parTx2" refType="w" fact="0.4064"/>
                  <dgm:constr type="h" for="ch" forName="parTx2" refType="h" fact="0.218"/>
                  <dgm:constr type="ctrX" for="ch" forName="picture2" refType="w" fact="0.6497"/>
                  <dgm:constr type="ctrY" for="ch" forName="picture2" refType="h" fact="0.357"/>
                  <dgm:constr type="w" for="ch" forName="picture2" refType="w" fact="0.1884"/>
                  <dgm:constr type="h" for="ch" forName="picture2" refType="h" fact="0.3768"/>
                  <dgm:constr type="r" for="ch" forName="desTx2" refType="l" refFor="ch" refForName="parTx2"/>
                  <dgm:constr type="l" for="ch" forName="desTx2"/>
                  <dgm:constr type="t" for="ch" forName="desTx2" refType="t" refFor="ch" refForName="parTx2"/>
                  <dgm:constr type="h" for="ch" forName="desTx2" refType="h" refFor="ch" refForName="parTx2"/>
                </dgm:constrLst>
              </dgm:if>
              <dgm:else name="Name21">
                <dgm:alg type="composite">
                  <dgm:param type="ar" val="1.5073"/>
                </dgm:alg>
                <dgm:constrLst>
                  <dgm:constr type="primFontSz" for="ch" forName="parTx1" op="equ" val="65"/>
                  <dgm:constr type="primFontSz" for="ch" forName="parTx2" refType="primFontSz" refFor="ch" refForName="parTx1" op="equ"/>
                  <dgm:constr type="userD" refType="w" fact="0.025"/>
                  <dgm:constr type="ctrX" for="ch" forName="dot1" refType="w" fact="0.5726"/>
                  <dgm:constr type="ctrY" for="ch" forName="dot1" refType="h" fact="0.5911"/>
                  <dgm:constr type="w" for="ch" forName="dot1" refType="userD"/>
                  <dgm:constr type="h" for="ch" forName="dot1" refType="userD"/>
                  <dgm:constr type="ctrX" for="ch" forName="dot2" refType="w" fact="0.5945"/>
                  <dgm:constr type="ctrY" for="ch" forName="dot2" refType="h" fact="0.644"/>
                  <dgm:constr type="w" for="ch" forName="dot2" refType="userD"/>
                  <dgm:constr type="h" for="ch" forName="dot2" refType="userD"/>
                  <dgm:constr type="ctrX" for="ch" forName="dot3" refType="w" fact="0.6206"/>
                  <dgm:constr type="ctrY" for="ch" forName="dot3" refType="h" fact="0.6898"/>
                  <dgm:constr type="w" for="ch" forName="dot3" refType="userD"/>
                  <dgm:constr type="h" for="ch" forName="dot3" refType="userD"/>
                  <dgm:constr type="ctrX" for="ch" forName="dotArrow1" refType="w" fact="0.5894"/>
                  <dgm:constr type="ctrY" for="ch" forName="dotArrow1" refType="h" fact="0.0587"/>
                  <dgm:constr type="w" for="ch" forName="dotArrow1" refType="userD"/>
                  <dgm:constr type="h" for="ch" forName="dotArrow1" refType="userD"/>
                  <dgm:constr type="ctrX" for="ch" forName="dotArrow2" refType="w" fact="0.556"/>
                  <dgm:constr type="ctrY" for="ch" forName="dotArrow2" refType="h" fact="0.0287"/>
                  <dgm:constr type="w" for="ch" forName="dotArrow2" refType="userD"/>
                  <dgm:constr type="h" for="ch" forName="dotArrow2" refType="userD"/>
                  <dgm:constr type="ctrX" for="ch" forName="dotArrow3" refType="w" fact="0.5227"/>
                  <dgm:constr type="ctrY" for="ch" forName="dotArrow3" refType="h" fact="-0.0013"/>
                  <dgm:constr type="w" for="ch" forName="dotArrow3" refType="userD"/>
                  <dgm:constr type="h" for="ch" forName="dotArrow3" refType="userD"/>
                  <dgm:constr type="ctrX" for="ch" forName="dotArrow4" refType="w" fact="0.4894"/>
                  <dgm:constr type="ctrY" for="ch" forName="dotArrow4" refType="h" fact="0.0287"/>
                  <dgm:constr type="w" for="ch" forName="dotArrow4" refType="userD"/>
                  <dgm:constr type="h" for="ch" forName="dotArrow4" refType="userD"/>
                  <dgm:constr type="ctrX" for="ch" forName="dotArrow5" refType="w" fact="0.456"/>
                  <dgm:constr type="ctrY" for="ch" forName="dotArrow5" refType="h" fact="0.0587"/>
                  <dgm:constr type="w" for="ch" forName="dotArrow5" refType="userD"/>
                  <dgm:constr type="h" for="ch" forName="dotArrow5" refType="userD"/>
                  <dgm:constr type="ctrX" for="ch" forName="dotArrow6" refType="w" fact="0.5227"/>
                  <dgm:constr type="ctrY" for="ch" forName="dotArrow6" refType="h" fact="0.062"/>
                  <dgm:constr type="w" for="ch" forName="dotArrow6" refType="userD"/>
                  <dgm:constr type="h" for="ch" forName="dotArrow6" refType="userD"/>
                  <dgm:constr type="ctrX" for="ch" forName="dotArrow7" refType="w" fact="0.5227"/>
                  <dgm:constr type="ctrY" for="ch" forName="dotArrow7" refType="h" fact="0.1253"/>
                  <dgm:constr type="w" for="ch" forName="dotArrow7" refType="userD"/>
                  <dgm:constr type="h" for="ch" forName="dotArrow7" refType="userD"/>
                  <dgm:constr type="r" for="ch" forName="parTx1" refType="w" fact="0.7386"/>
                  <dgm:constr type="t" for="ch" forName="parTx1" refType="h" fact="0.8086"/>
                  <dgm:constr type="w" for="ch" forName="parTx1" refType="w" fact="0.5392"/>
                  <dgm:constr type="h" for="ch" forName="parTx1" refType="h" fact="0.218"/>
                  <dgm:constr type="ctrX" for="ch" forName="picture1" refType="w" fact="0.7631"/>
                  <dgm:constr type="ctrY" for="ch" forName="picture1" refType="h" fact="0.7834"/>
                  <dgm:constr type="w" for="ch" forName="picture1" refType="w" fact="0.25"/>
                  <dgm:constr type="h" for="ch" forName="picture1" refType="h" fact="0.3768"/>
                  <dgm:constr type="r" for="ch" forName="parTx2" refType="w" fact="0.5107"/>
                  <dgm:constr type="t" for="ch" forName="parTx2" refType="h" fact="0.3822"/>
                  <dgm:constr type="w" for="ch" forName="parTx2" refType="w" fact="0.5392"/>
                  <dgm:constr type="h" for="ch" forName="parTx2" refType="h" fact="0.218"/>
                  <dgm:constr type="ctrX" for="ch" forName="picture2" refType="w" fact="0.5352"/>
                  <dgm:constr type="ctrY" for="ch" forName="picture2" refType="h" fact="0.357"/>
                  <dgm:constr type="w" for="ch" forName="picture2" refType="w" fact="0.25"/>
                  <dgm:constr type="h" for="ch" forName="picture2" refType="h" fact="0.3768"/>
                </dgm:constrLst>
              </dgm:else>
            </dgm:choose>
          </dgm:else>
        </dgm:choose>
      </dgm:if>
      <dgm:if name="Name22" axis="ch" ptType="node" func="cnt" op="equ" val="3">
        <dgm:choose name="Name23">
          <dgm:if name="Name24" func="var" arg="dir" op="equ" val="norm">
            <dgm:choose name="Name25">
              <dgm:if name="Name26" axis="des" func="maxDepth" op="gt" val="1">
                <dgm:alg type="composite">
                  <dgm:param type="ar" val="1.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userD" refType="w" fact="0.0162"/>
                  <dgm:constr type="ctrX" for="ch" forName="dot1" refType="w" fact="0.2981"/>
                  <dgm:constr type="ctrY" for="ch" forName="dot1" refType="h" fact="0.763"/>
                  <dgm:constr type="w" for="ch" forName="dot1" refType="userD"/>
                  <dgm:constr type="h" for="ch" forName="dot1" refType="userD"/>
                  <dgm:constr type="ctrX" for="ch" forName="dot2" refType="w" fact="0.2676"/>
                  <dgm:constr type="ctrY" for="ch" forName="dot2" refType="h" fact="0.7887"/>
                  <dgm:constr type="w" for="ch" forName="dot2" refType="userD"/>
                  <dgm:constr type="h" for="ch" forName="dot2" refType="userD"/>
                  <dgm:constr type="ctrX" for="ch" forName="dot3" refType="w" fact="0.2357"/>
                  <dgm:constr type="ctrY" for="ch" forName="dot3" refType="h" fact="0.809"/>
                  <dgm:constr type="w" for="ch" forName="dot3" refType="userD"/>
                  <dgm:constr type="h" for="ch" forName="dot3" refType="userD"/>
                  <dgm:constr type="ctrX" for="ch" forName="dot4" refType="w" fact="0.4445"/>
                  <dgm:constr type="ctrY" for="ch" forName="dot4" refType="h" fact="0.4655"/>
                  <dgm:constr type="w" for="ch" forName="dot4" refType="userD"/>
                  <dgm:constr type="h" for="ch" forName="dot4" refType="userD"/>
                  <dgm:constr type="ctrX" for="ch" forName="dot5" refType="w" fact="0.4323"/>
                  <dgm:constr type="ctrY" for="ch" forName="dot5" refType="h" fact="0.5178"/>
                  <dgm:constr type="w" for="ch" forName="dot5" refType="userD"/>
                  <dgm:constr type="h" for="ch" forName="dot5" refType="userD"/>
                  <dgm:constr type="ctrX" for="ch" forName="dotArrow1" refType="w" fact="0.4236"/>
                  <dgm:constr type="ctrY" for="ch" forName="dotArrow1" refType="h" fact="0.0718"/>
                  <dgm:constr type="w" for="ch" forName="dotArrow1" refType="userD"/>
                  <dgm:constr type="h" for="ch" forName="dotArrow1" refType="userD"/>
                  <dgm:constr type="ctrX" for="ch" forName="dotArrow2" refType="w" fact="0.446"/>
                  <dgm:constr type="ctrY" for="ch" forName="dotArrow2" refType="h" fact="0.0468"/>
                  <dgm:constr type="w" for="ch" forName="dotArrow2" refType="userD"/>
                  <dgm:constr type="h" for="ch" forName="dotArrow2" refType="userD"/>
                  <dgm:constr type="ctrX" for="ch" forName="dotArrow3" refType="w" fact="0.4685"/>
                  <dgm:constr type="ctrY" for="ch" forName="dotArrow3" refType="h" fact="0.0218"/>
                  <dgm:constr type="w" for="ch" forName="dotArrow3" refType="userD"/>
                  <dgm:constr type="h" for="ch" forName="dotArrow3" refType="userD"/>
                  <dgm:constr type="ctrX" for="ch" forName="dotArrow4" refType="w" fact="0.491"/>
                  <dgm:constr type="ctrY" for="ch" forName="dotArrow4" refType="h" fact="0.0468"/>
                  <dgm:constr type="w" for="ch" forName="dotArrow4" refType="userD"/>
                  <dgm:constr type="h" for="ch" forName="dotArrow4" refType="userD"/>
                  <dgm:constr type="ctrX" for="ch" forName="dotArrow5" refType="w" fact="0.5135"/>
                  <dgm:constr type="ctrY" for="ch" forName="dotArrow5" refType="h" fact="0.0718"/>
                  <dgm:constr type="w" for="ch" forName="dotArrow5" refType="userD"/>
                  <dgm:constr type="h" for="ch" forName="dotArrow5" refType="userD"/>
                  <dgm:constr type="ctrX" for="ch" forName="dotArrow6" refType="w" fact="0.4685"/>
                  <dgm:constr type="ctrY" for="ch" forName="dotArrow6" refType="h" fact="0.0745"/>
                  <dgm:constr type="w" for="ch" forName="dotArrow6" refType="userD"/>
                  <dgm:constr type="h" for="ch" forName="dotArrow6" refType="userD"/>
                  <dgm:constr type="ctrX" for="ch" forName="dotArrow7" refType="w" fact="0.4685"/>
                  <dgm:constr type="ctrY" for="ch" forName="dotArrow7" refType="h" fact="0.1273"/>
                  <dgm:constr type="w" for="ch" forName="dotArrow7" refType="userD"/>
                  <dgm:constr type="h" for="ch" forName="dotArrow7" refType="userD"/>
                  <dgm:constr type="l" for="ch" forName="parTx1" refType="w" fact="0.1487"/>
                  <dgm:constr type="t" for="ch" forName="parTx1" refType="h" fact="0.8596"/>
                  <dgm:constr type="w" for="ch" forName="parTx1" refType="w" fact="0.3491"/>
                  <dgm:constr type="h" for="ch" forName="parTx1" refType="h" fact="0.1638"/>
                  <dgm:constr type="ctrX" for="ch" forName="picture1" refType="w" fact="0.1328"/>
                  <dgm:constr type="ctrY" for="ch" forName="picture1" refType="h" fact="0.8361"/>
                  <dgm:constr type="w" for="ch" forName="picture1" refType="w" fact="0.1618"/>
                  <dgm:constr type="h" for="ch" forName="picture1" refType="h" fact="0.2832"/>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3732"/>
                  <dgm:constr type="t" for="ch" forName="parTx2" refType="h" fact="0.6469"/>
                  <dgm:constr type="w" for="ch" forName="parTx2" refType="w" fact="0.3491"/>
                  <dgm:constr type="h" for="ch" forName="parTx2" refType="h" fact="0.1638"/>
                  <dgm:constr type="ctrX" for="ch" forName="picture2" refType="w" fact="0.3573"/>
                  <dgm:constr type="ctrY" for="ch" forName="picture2" refType="h" fact="0.6234"/>
                  <dgm:constr type="w" for="ch" forName="picture2" refType="w" fact="0.1618"/>
                  <dgm:constr type="h" for="ch" forName="picture2" refType="h" fact="0.2832"/>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4763"/>
                  <dgm:constr type="t" for="ch" forName="parTx3" refType="h" fact="0.3243"/>
                  <dgm:constr type="w" for="ch" forName="parTx3" refType="w" fact="0.3491"/>
                  <dgm:constr type="h" for="ch" forName="parTx3" refType="h" fact="0.1638"/>
                  <dgm:constr type="ctrX" for="ch" forName="picture3" refType="w" fact="0.4604"/>
                  <dgm:constr type="ctrY" for="ch" forName="picture3" refType="h" fact="0.3008"/>
                  <dgm:constr type="w" for="ch" forName="picture3" refType="w" fact="0.1618"/>
                  <dgm:constr type="h" for="ch" forName="picture3" refType="h" fact="0.2832"/>
                  <dgm:constr type="l" for="ch" forName="desTx3" refType="r" refFor="ch" refForName="parTx3"/>
                  <dgm:constr type="r" for="ch" forName="desTx3" refType="w"/>
                  <dgm:constr type="t" for="ch" forName="desTx3" refType="t" refFor="ch" refForName="parTx3"/>
                  <dgm:constr type="h" for="ch" forName="desTx3" refType="h" refFor="ch" refForName="parTx3"/>
                </dgm:constrLst>
              </dgm:if>
              <dgm:else name="Name27">
                <dgm:alg type="composite">
                  <dgm:param type="ar" val="1.416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userD" refType="w" fact="0.02"/>
                  <dgm:constr type="ctrX" for="ch" forName="dot1" refType="w" fact="0.3684"/>
                  <dgm:constr type="ctrY" for="ch" forName="dot1" refType="h" fact="0.763"/>
                  <dgm:constr type="w" for="ch" forName="dot1" refType="userD"/>
                  <dgm:constr type="h" for="ch" forName="dot1" refType="userD"/>
                  <dgm:constr type="ctrX" for="ch" forName="dot2" refType="w" fact="0.3307"/>
                  <dgm:constr type="ctrY" for="ch" forName="dot2" refType="h" fact="0.7887"/>
                  <dgm:constr type="w" for="ch" forName="dot2" refType="userD"/>
                  <dgm:constr type="h" for="ch" forName="dot2" refType="userD"/>
                  <dgm:constr type="ctrX" for="ch" forName="dot3" refType="w" fact="0.2912"/>
                  <dgm:constr type="ctrY" for="ch" forName="dot3" refType="h" fact="0.809"/>
                  <dgm:constr type="w" for="ch" forName="dot3" refType="userD"/>
                  <dgm:constr type="h" for="ch" forName="dot3" refType="userD"/>
                  <dgm:constr type="ctrX" for="ch" forName="dot4" refType="w" fact="0.5494"/>
                  <dgm:constr type="ctrY" for="ch" forName="dot4" refType="h" fact="0.4655"/>
                  <dgm:constr type="w" for="ch" forName="dot4" refType="userD"/>
                  <dgm:constr type="h" for="ch" forName="dot4" refType="userD"/>
                  <dgm:constr type="ctrX" for="ch" forName="dot5" refType="w" fact="0.5342"/>
                  <dgm:constr type="ctrY" for="ch" forName="dot5" refType="h" fact="0.5178"/>
                  <dgm:constr type="w" for="ch" forName="dot5" refType="userD"/>
                  <dgm:constr type="h" for="ch" forName="dot5" refType="userD"/>
                  <dgm:constr type="ctrX" for="ch" forName="dotArrow1" refType="w" fact="0.5234"/>
                  <dgm:constr type="ctrY" for="ch" forName="dotArrow1" refType="h" fact="0.0718"/>
                  <dgm:constr type="w" for="ch" forName="dotArrow1" refType="userD"/>
                  <dgm:constr type="h" for="ch" forName="dotArrow1" refType="userD"/>
                  <dgm:constr type="ctrX" for="ch" forName="dotArrow2" refType="w" fact="0.5512"/>
                  <dgm:constr type="ctrY" for="ch" forName="dotArrow2" refType="h" fact="0.0468"/>
                  <dgm:constr type="w" for="ch" forName="dotArrow2" refType="userD"/>
                  <dgm:constr type="h" for="ch" forName="dotArrow2" refType="userD"/>
                  <dgm:constr type="ctrX" for="ch" forName="dotArrow3" refType="w" fact="0.579"/>
                  <dgm:constr type="ctrY" for="ch" forName="dotArrow3" refType="h" fact="0.0218"/>
                  <dgm:constr type="w" for="ch" forName="dotArrow3" refType="userD"/>
                  <dgm:constr type="h" for="ch" forName="dotArrow3" refType="userD"/>
                  <dgm:constr type="ctrX" for="ch" forName="dotArrow4" refType="w" fact="0.6068"/>
                  <dgm:constr type="ctrY" for="ch" forName="dotArrow4" refType="h" fact="0.0468"/>
                  <dgm:constr type="w" for="ch" forName="dotArrow4" refType="userD"/>
                  <dgm:constr type="h" for="ch" forName="dotArrow4" refType="userD"/>
                  <dgm:constr type="ctrX" for="ch" forName="dotArrow5" refType="w" fact="0.6346"/>
                  <dgm:constr type="ctrY" for="ch" forName="dotArrow5" refType="h" fact="0.0718"/>
                  <dgm:constr type="w" for="ch" forName="dotArrow5" refType="userD"/>
                  <dgm:constr type="h" for="ch" forName="dotArrow5" refType="userD"/>
                  <dgm:constr type="ctrX" for="ch" forName="dotArrow6" refType="w" fact="0.579"/>
                  <dgm:constr type="ctrY" for="ch" forName="dotArrow6" refType="h" fact="0.0745"/>
                  <dgm:constr type="w" for="ch" forName="dotArrow6" refType="userD"/>
                  <dgm:constr type="h" for="ch" forName="dotArrow6" refType="userD"/>
                  <dgm:constr type="ctrX" for="ch" forName="dotArrow7" refType="w" fact="0.579"/>
                  <dgm:constr type="ctrY" for="ch" forName="dotArrow7" refType="h" fact="0.1273"/>
                  <dgm:constr type="w" for="ch" forName="dotArrow7" refType="userD"/>
                  <dgm:constr type="h" for="ch" forName="dotArrow7" refType="userD"/>
                  <dgm:constr type="l" for="ch" forName="parTx1" refType="w" fact="0.1837"/>
                  <dgm:constr type="t" for="ch" forName="parTx1" refType="h" fact="0.8551"/>
                  <dgm:constr type="w" for="ch" forName="parTx1" refType="w" fact="0.4314"/>
                  <dgm:constr type="h" for="ch" forName="parTx1" refType="h" fact="0.1638"/>
                  <dgm:constr type="ctrX" for="ch" forName="picture1" refType="w" fact="0.1641"/>
                  <dgm:constr type="ctrY" for="ch" forName="picture1" refType="h" fact="0.8361"/>
                  <dgm:constr type="w" for="ch" forName="picture1" refType="w" fact="0.2"/>
                  <dgm:constr type="h" for="ch" forName="picture1" refType="h" fact="0.2832"/>
                  <dgm:constr type="l" for="ch" forName="parTx2" refType="w" fact="0.4612"/>
                  <dgm:constr type="t" for="ch" forName="parTx2" refType="h" fact="0.6424"/>
                  <dgm:constr type="w" for="ch" forName="parTx2" refType="w" fact="0.4314"/>
                  <dgm:constr type="h" for="ch" forName="parTx2" refType="h" fact="0.1638"/>
                  <dgm:constr type="ctrX" for="ch" forName="picture2" refType="w" fact="0.4416"/>
                  <dgm:constr type="ctrY" for="ch" forName="picture2" refType="h" fact="0.6234"/>
                  <dgm:constr type="w" for="ch" forName="picture2" refType="w" fact="0.2"/>
                  <dgm:constr type="h" for="ch" forName="picture2" refType="h" fact="0.2832"/>
                  <dgm:constr type="l" for="ch" forName="parTx3" refType="w" fact="0.5886"/>
                  <dgm:constr type="t" for="ch" forName="parTx3" refType="h" fact="0.3198"/>
                  <dgm:constr type="w" for="ch" forName="parTx3" refType="w" fact="0.4314"/>
                  <dgm:constr type="h" for="ch" forName="parTx3" refType="h" fact="0.1638"/>
                  <dgm:constr type="ctrX" for="ch" forName="picture3" refType="w" fact="0.569"/>
                  <dgm:constr type="ctrY" for="ch" forName="picture3" refType="h" fact="0.3008"/>
                  <dgm:constr type="w" for="ch" forName="picture3" refType="w" fact="0.2"/>
                  <dgm:constr type="h" for="ch" forName="picture3" refType="h" fact="0.2832"/>
                </dgm:constrLst>
              </dgm:else>
            </dgm:choose>
          </dgm:if>
          <dgm:else name="Name28">
            <dgm:choose name="Name29">
              <dgm:if name="Name30" axis="des" func="maxDepth" op="gt" val="1">
                <dgm:alg type="composite">
                  <dgm:param type="ar" val="1.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userD" refType="w" fact="0.0162"/>
                  <dgm:constr type="ctrX" for="ch" forName="dot1" refType="w" fact="0.7019"/>
                  <dgm:constr type="ctrY" for="ch" forName="dot1" refType="h" fact="0.763"/>
                  <dgm:constr type="w" for="ch" forName="dot1" refType="userD"/>
                  <dgm:constr type="h" for="ch" forName="dot1" refType="userD"/>
                  <dgm:constr type="ctrX" for="ch" forName="dot2" refType="w" fact="0.7324"/>
                  <dgm:constr type="ctrY" for="ch" forName="dot2" refType="h" fact="0.7887"/>
                  <dgm:constr type="w" for="ch" forName="dot2" refType="userD"/>
                  <dgm:constr type="h" for="ch" forName="dot2" refType="userD"/>
                  <dgm:constr type="ctrX" for="ch" forName="dot3" refType="w" fact="0.7643"/>
                  <dgm:constr type="ctrY" for="ch" forName="dot3" refType="h" fact="0.809"/>
                  <dgm:constr type="w" for="ch" forName="dot3" refType="userD"/>
                  <dgm:constr type="h" for="ch" forName="dot3" refType="userD"/>
                  <dgm:constr type="ctrX" for="ch" forName="dot4" refType="w" fact="0.5555"/>
                  <dgm:constr type="ctrY" for="ch" forName="dot4" refType="h" fact="0.4655"/>
                  <dgm:constr type="w" for="ch" forName="dot4" refType="userD"/>
                  <dgm:constr type="h" for="ch" forName="dot4" refType="userD"/>
                  <dgm:constr type="ctrX" for="ch" forName="dot5" refType="w" fact="0.5677"/>
                  <dgm:constr type="ctrY" for="ch" forName="dot5" refType="h" fact="0.5178"/>
                  <dgm:constr type="w" for="ch" forName="dot5" refType="userD"/>
                  <dgm:constr type="h" for="ch" forName="dot5" refType="userD"/>
                  <dgm:constr type="ctrX" for="ch" forName="dotArrow1" refType="w" fact="0.5764"/>
                  <dgm:constr type="ctrY" for="ch" forName="dotArrow1" refType="h" fact="0.0718"/>
                  <dgm:constr type="w" for="ch" forName="dotArrow1" refType="userD"/>
                  <dgm:constr type="h" for="ch" forName="dotArrow1" refType="userD"/>
                  <dgm:constr type="ctrX" for="ch" forName="dotArrow2" refType="w" fact="0.554"/>
                  <dgm:constr type="ctrY" for="ch" forName="dotArrow2" refType="h" fact="0.0468"/>
                  <dgm:constr type="w" for="ch" forName="dotArrow2" refType="userD"/>
                  <dgm:constr type="h" for="ch" forName="dotArrow2" refType="userD"/>
                  <dgm:constr type="ctrX" for="ch" forName="dotArrow3" refType="w" fact="0.5315"/>
                  <dgm:constr type="ctrY" for="ch" forName="dotArrow3" refType="h" fact="0.0218"/>
                  <dgm:constr type="w" for="ch" forName="dotArrow3" refType="userD"/>
                  <dgm:constr type="h" for="ch" forName="dotArrow3" refType="userD"/>
                  <dgm:constr type="ctrX" for="ch" forName="dotArrow4" refType="w" fact="0.509"/>
                  <dgm:constr type="ctrY" for="ch" forName="dotArrow4" refType="h" fact="0.0468"/>
                  <dgm:constr type="w" for="ch" forName="dotArrow4" refType="userD"/>
                  <dgm:constr type="h" for="ch" forName="dotArrow4" refType="userD"/>
                  <dgm:constr type="ctrX" for="ch" forName="dotArrow5" refType="w" fact="0.4865"/>
                  <dgm:constr type="ctrY" for="ch" forName="dotArrow5" refType="h" fact="0.0718"/>
                  <dgm:constr type="w" for="ch" forName="dotArrow5" refType="userD"/>
                  <dgm:constr type="h" for="ch" forName="dotArrow5" refType="userD"/>
                  <dgm:constr type="ctrX" for="ch" forName="dotArrow6" refType="w" fact="0.5315"/>
                  <dgm:constr type="ctrY" for="ch" forName="dotArrow6" refType="h" fact="0.0745"/>
                  <dgm:constr type="w" for="ch" forName="dotArrow6" refType="userD"/>
                  <dgm:constr type="h" for="ch" forName="dotArrow6" refType="userD"/>
                  <dgm:constr type="ctrX" for="ch" forName="dotArrow7" refType="w" fact="0.5315"/>
                  <dgm:constr type="ctrY" for="ch" forName="dotArrow7" refType="h" fact="0.1273"/>
                  <dgm:constr type="w" for="ch" forName="dotArrow7" refType="userD"/>
                  <dgm:constr type="h" for="ch" forName="dotArrow7" refType="userD"/>
                  <dgm:constr type="r" for="ch" forName="parTx1" refType="w" fact="0.8513"/>
                  <dgm:constr type="t" for="ch" forName="parTx1" refType="h" fact="0.8596"/>
                  <dgm:constr type="w" for="ch" forName="parTx1" refType="w" fact="0.3491"/>
                  <dgm:constr type="h" for="ch" forName="parTx1" refType="h" fact="0.1638"/>
                  <dgm:constr type="ctrX" for="ch" forName="picture1" refType="w" fact="0.8672"/>
                  <dgm:constr type="ctrY" for="ch" forName="picture1" refType="h" fact="0.8361"/>
                  <dgm:constr type="w" for="ch" forName="picture1" refType="w" fact="0.1618"/>
                  <dgm:constr type="h" for="ch" forName="picture1" refType="h" fact="0.2832"/>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6268"/>
                  <dgm:constr type="t" for="ch" forName="parTx2" refType="h" fact="0.6469"/>
                  <dgm:constr type="w" for="ch" forName="parTx2" refType="w" fact="0.3491"/>
                  <dgm:constr type="h" for="ch" forName="parTx2" refType="h" fact="0.1638"/>
                  <dgm:constr type="ctrX" for="ch" forName="picture2" refType="w" fact="0.6427"/>
                  <dgm:constr type="ctrY" for="ch" forName="picture2" refType="h" fact="0.6234"/>
                  <dgm:constr type="w" for="ch" forName="picture2" refType="w" fact="0.1618"/>
                  <dgm:constr type="h" for="ch" forName="picture2" refType="h" fact="0.2832"/>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5237"/>
                  <dgm:constr type="t" for="ch" forName="parTx3" refType="h" fact="0.3243"/>
                  <dgm:constr type="w" for="ch" forName="parTx3" refType="w" fact="0.3491"/>
                  <dgm:constr type="h" for="ch" forName="parTx3" refType="h" fact="0.1638"/>
                  <dgm:constr type="ctrX" for="ch" forName="picture3" refType="w" fact="0.5396"/>
                  <dgm:constr type="ctrY" for="ch" forName="picture3" refType="h" fact="0.3008"/>
                  <dgm:constr type="w" for="ch" forName="picture3" refType="w" fact="0.1618"/>
                  <dgm:constr type="h" for="ch" forName="picture3" refType="h" fact="0.2832"/>
                  <dgm:constr type="r" for="ch" forName="desTx3" refType="l" refFor="ch" refForName="parTx3"/>
                  <dgm:constr type="l" for="ch" forName="desTx3"/>
                  <dgm:constr type="t" for="ch" forName="desTx3" refType="t" refFor="ch" refForName="parTx3"/>
                  <dgm:constr type="h" for="ch" forName="desTx3" refType="h" refFor="ch" refForName="parTx3"/>
                </dgm:constrLst>
              </dgm:if>
              <dgm:else name="Name31">
                <dgm:alg type="composite">
                  <dgm:param type="ar" val="1.416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userD" refType="w" fact="0.02"/>
                  <dgm:constr type="ctrX" for="ch" forName="dot1" refType="w" fact="0.6316"/>
                  <dgm:constr type="ctrY" for="ch" forName="dot1" refType="h" fact="0.763"/>
                  <dgm:constr type="w" for="ch" forName="dot1" refType="userD"/>
                  <dgm:constr type="h" for="ch" forName="dot1" refType="userD"/>
                  <dgm:constr type="ctrX" for="ch" forName="dot2" refType="w" fact="0.6693"/>
                  <dgm:constr type="ctrY" for="ch" forName="dot2" refType="h" fact="0.7887"/>
                  <dgm:constr type="w" for="ch" forName="dot2" refType="userD"/>
                  <dgm:constr type="h" for="ch" forName="dot2" refType="userD"/>
                  <dgm:constr type="ctrX" for="ch" forName="dot3" refType="w" fact="0.7088"/>
                  <dgm:constr type="ctrY" for="ch" forName="dot3" refType="h" fact="0.809"/>
                  <dgm:constr type="w" for="ch" forName="dot3" refType="userD"/>
                  <dgm:constr type="h" for="ch" forName="dot3" refType="userD"/>
                  <dgm:constr type="ctrX" for="ch" forName="dot4" refType="w" fact="0.4506"/>
                  <dgm:constr type="ctrY" for="ch" forName="dot4" refType="h" fact="0.4655"/>
                  <dgm:constr type="w" for="ch" forName="dot4" refType="userD"/>
                  <dgm:constr type="h" for="ch" forName="dot4" refType="userD"/>
                  <dgm:constr type="ctrX" for="ch" forName="dot5" refType="w" fact="0.4658"/>
                  <dgm:constr type="ctrY" for="ch" forName="dot5" refType="h" fact="0.5178"/>
                  <dgm:constr type="w" for="ch" forName="dot5" refType="userD"/>
                  <dgm:constr type="h" for="ch" forName="dot5" refType="userD"/>
                  <dgm:constr type="ctrX" for="ch" forName="dotArrow1" refType="w" fact="0.4766"/>
                  <dgm:constr type="ctrY" for="ch" forName="dotArrow1" refType="h" fact="0.0718"/>
                  <dgm:constr type="w" for="ch" forName="dotArrow1" refType="userD"/>
                  <dgm:constr type="h" for="ch" forName="dotArrow1" refType="userD"/>
                  <dgm:constr type="ctrX" for="ch" forName="dotArrow2" refType="w" fact="0.4488"/>
                  <dgm:constr type="ctrY" for="ch" forName="dotArrow2" refType="h" fact="0.0468"/>
                  <dgm:constr type="w" for="ch" forName="dotArrow2" refType="userD"/>
                  <dgm:constr type="h" for="ch" forName="dotArrow2" refType="userD"/>
                  <dgm:constr type="ctrX" for="ch" forName="dotArrow3" refType="w" fact="0.421"/>
                  <dgm:constr type="ctrY" for="ch" forName="dotArrow3" refType="h" fact="0.0218"/>
                  <dgm:constr type="w" for="ch" forName="dotArrow3" refType="userD"/>
                  <dgm:constr type="h" for="ch" forName="dotArrow3" refType="userD"/>
                  <dgm:constr type="ctrX" for="ch" forName="dotArrow4" refType="w" fact="0.3932"/>
                  <dgm:constr type="ctrY" for="ch" forName="dotArrow4" refType="h" fact="0.0468"/>
                  <dgm:constr type="w" for="ch" forName="dotArrow4" refType="userD"/>
                  <dgm:constr type="h" for="ch" forName="dotArrow4" refType="userD"/>
                  <dgm:constr type="ctrX" for="ch" forName="dotArrow5" refType="w" fact="0.3654"/>
                  <dgm:constr type="ctrY" for="ch" forName="dotArrow5" refType="h" fact="0.0718"/>
                  <dgm:constr type="w" for="ch" forName="dotArrow5" refType="userD"/>
                  <dgm:constr type="h" for="ch" forName="dotArrow5" refType="userD"/>
                  <dgm:constr type="ctrX" for="ch" forName="dotArrow6" refType="w" fact="0.421"/>
                  <dgm:constr type="ctrY" for="ch" forName="dotArrow6" refType="h" fact="0.0745"/>
                  <dgm:constr type="w" for="ch" forName="dotArrow6" refType="userD"/>
                  <dgm:constr type="h" for="ch" forName="dotArrow6" refType="userD"/>
                  <dgm:constr type="ctrX" for="ch" forName="dotArrow7" refType="w" fact="0.421"/>
                  <dgm:constr type="ctrY" for="ch" forName="dotArrow7" refType="h" fact="0.1273"/>
                  <dgm:constr type="w" for="ch" forName="dotArrow7" refType="userD"/>
                  <dgm:constr type="h" for="ch" forName="dotArrow7" refType="userD"/>
                  <dgm:constr type="r" for="ch" forName="parTx1" refType="w" fact="0.8163"/>
                  <dgm:constr type="t" for="ch" forName="parTx1" refType="h" fact="0.8551"/>
                  <dgm:constr type="w" for="ch" forName="parTx1" refType="w" fact="0.4314"/>
                  <dgm:constr type="h" for="ch" forName="parTx1" refType="h" fact="0.1638"/>
                  <dgm:constr type="ctrX" for="ch" forName="picture1" refType="w" fact="0.8359"/>
                  <dgm:constr type="ctrY" for="ch" forName="picture1" refType="h" fact="0.8361"/>
                  <dgm:constr type="w" for="ch" forName="picture1" refType="w" fact="0.2"/>
                  <dgm:constr type="h" for="ch" forName="picture1" refType="h" fact="0.2832"/>
                  <dgm:constr type="r" for="ch" forName="parTx2" refType="w" fact="0.5388"/>
                  <dgm:constr type="t" for="ch" forName="parTx2" refType="h" fact="0.6424"/>
                  <dgm:constr type="w" for="ch" forName="parTx2" refType="w" fact="0.4314"/>
                  <dgm:constr type="h" for="ch" forName="parTx2" refType="h" fact="0.1638"/>
                  <dgm:constr type="ctrX" for="ch" forName="picture2" refType="w" fact="0.5584"/>
                  <dgm:constr type="ctrY" for="ch" forName="picture2" refType="h" fact="0.6234"/>
                  <dgm:constr type="w" for="ch" forName="picture2" refType="w" fact="0.2"/>
                  <dgm:constr type="h" for="ch" forName="picture2" refType="h" fact="0.2832"/>
                  <dgm:constr type="r" for="ch" forName="parTx3" refType="w" fact="0.4114"/>
                  <dgm:constr type="t" for="ch" forName="parTx3" refType="h" fact="0.3198"/>
                  <dgm:constr type="w" for="ch" forName="parTx3" refType="w" fact="0.4314"/>
                  <dgm:constr type="h" for="ch" forName="parTx3" refType="h" fact="0.1638"/>
                  <dgm:constr type="ctrX" for="ch" forName="picture3" refType="w" fact="0.431"/>
                  <dgm:constr type="ctrY" for="ch" forName="picture3" refType="h" fact="0.3008"/>
                  <dgm:constr type="w" for="ch" forName="picture3" refType="w" fact="0.2"/>
                  <dgm:constr type="h" for="ch" forName="picture3" refType="h" fact="0.2832"/>
                </dgm:constrLst>
              </dgm:else>
            </dgm:choose>
          </dgm:else>
        </dgm:choose>
      </dgm:if>
      <dgm:if name="Name32" axis="ch" ptType="node" func="cnt" op="equ" val="4">
        <dgm:choose name="Name33">
          <dgm:if name="Name34" func="var" arg="dir" op="equ" val="norm">
            <dgm:choose name="Name35">
              <dgm:if name="Name36" axis="des" func="maxDepth" op="gt" val="1">
                <dgm:alg type="composite">
                  <dgm:param type="ar" val="1.5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userD" refType="w" fact="0.0136"/>
                  <dgm:constr type="ctrX" for="ch" forName="dot1" refType="w" fact="0.3253"/>
                  <dgm:constr type="ctrY" for="ch" forName="dot1" refType="h" fact="0.8215"/>
                  <dgm:constr type="w" for="ch" forName="dot1" refType="userD"/>
                  <dgm:constr type="h" for="ch" forName="dot1" refType="userD"/>
                  <dgm:constr type="ctrX" for="ch" forName="dot2" refType="w" fact="0.2949"/>
                  <dgm:constr type="ctrY" for="ch" forName="dot2" refType="h" fact="0.843"/>
                  <dgm:constr type="w" for="ch" forName="dot2" refType="userD"/>
                  <dgm:constr type="h" for="ch" forName="dot2" refType="userD"/>
                  <dgm:constr type="ctrX" for="ch" forName="dot3" refType="w" fact="0.2635"/>
                  <dgm:constr type="ctrY" for="ch" forName="dot3" refType="h" fact="0.8607"/>
                  <dgm:constr type="w" for="ch" forName="dot3" refType="userD"/>
                  <dgm:constr type="h" for="ch" forName="dot3" refType="userD"/>
                  <dgm:constr type="ctrX" for="ch" forName="dot4" refType="w" fact="0.2313"/>
                  <dgm:constr type="ctrY" for="ch" forName="dot4" refType="h" fact="0.8745"/>
                  <dgm:constr type="w" for="ch" forName="dot4" refType="userD"/>
                  <dgm:constr type="h" for="ch" forName="dot4" refType="userD"/>
                  <dgm:constr type="ctrX" for="ch" forName="dot5" refType="w" fact="0.4675"/>
                  <dgm:constr type="ctrY" for="ch" forName="dot5" refType="h" fact="0.6419"/>
                  <dgm:constr type="w" for="ch" forName="dot5" refType="userD"/>
                  <dgm:constr type="h" for="ch" forName="dot5" refType="userD"/>
                  <dgm:constr type="ctrX" for="ch" forName="dot6" refType="w" fact="0.5486"/>
                  <dgm:constr type="ctrY" for="ch" forName="dot6" refType="h" fact="0.3784"/>
                  <dgm:constr type="w" for="ch" forName="dot6" refType="userD"/>
                  <dgm:constr type="h" for="ch" forName="dot6" refType="userD"/>
                  <dgm:constr type="ctrX" for="ch" forName="dotArrow1" refType="w" fact="0.5267"/>
                  <dgm:constr type="ctrY" for="ch" forName="dotArrow1" refType="h" fact="0.0496"/>
                  <dgm:constr type="w" for="ch" forName="dotArrow1" refType="userD"/>
                  <dgm:constr type="h" for="ch" forName="dotArrow1" refType="userD"/>
                  <dgm:constr type="ctrX" for="ch" forName="dotArrow2" refType="w" fact="0.5462"/>
                  <dgm:constr type="ctrY" for="ch" forName="dotArrow2" refType="h" fact="0.0282"/>
                  <dgm:constr type="w" for="ch" forName="dotArrow2" refType="userD"/>
                  <dgm:constr type="h" for="ch" forName="dotArrow2" refType="userD"/>
                  <dgm:constr type="ctrX" for="ch" forName="dotArrow3" refType="w" fact="0.5657"/>
                  <dgm:constr type="ctrY" for="ch" forName="dotArrow3" refType="h" fact="0.0068"/>
                  <dgm:constr type="w" for="ch" forName="dotArrow3" refType="userD"/>
                  <dgm:constr type="h" for="ch" forName="dotArrow3" refType="userD"/>
                  <dgm:constr type="ctrX" for="ch" forName="dotArrow4" refType="w" fact="0.5851"/>
                  <dgm:constr type="ctrY" for="ch" forName="dotArrow4" refType="h" fact="0.0282"/>
                  <dgm:constr type="w" for="ch" forName="dotArrow4" refType="userD"/>
                  <dgm:constr type="h" for="ch" forName="dotArrow4" refType="userD"/>
                  <dgm:constr type="ctrX" for="ch" forName="dotArrow5" refType="w" fact="0.6046"/>
                  <dgm:constr type="ctrY" for="ch" forName="dotArrow5" refType="h" fact="0.0496"/>
                  <dgm:constr type="w" for="ch" forName="dotArrow5" refType="userD"/>
                  <dgm:constr type="h" for="ch" forName="dotArrow5" refType="userD"/>
                  <dgm:constr type="ctrX" for="ch" forName="dotArrow6" refType="w" fact="0.5657"/>
                  <dgm:constr type="ctrY" for="ch" forName="dotArrow6" refType="h" fact="0.052"/>
                  <dgm:constr type="w" for="ch" forName="dotArrow6" refType="userD"/>
                  <dgm:constr type="h" for="ch" forName="dotArrow6" refType="userD"/>
                  <dgm:constr type="ctrX" for="ch" forName="dotArrow7" refType="w" fact="0.5657"/>
                  <dgm:constr type="ctrY" for="ch" forName="dotArrow7" refType="h" fact="0.0972"/>
                  <dgm:constr type="w" for="ch" forName="dotArrow7" refType="userD"/>
                  <dgm:constr type="h" for="ch" forName="dotArrow7" refType="userD"/>
                  <dgm:constr type="l" for="ch" forName="parTx1" refType="w" fact="0.1466"/>
                  <dgm:constr type="t" for="ch" forName="parTx1" refType="h" fact="0.9095"/>
                  <dgm:constr type="w" for="ch" forName="parTx1" refType="w" fact="0.294"/>
                  <dgm:constr type="h" for="ch" forName="parTx1" refType="h" fact="0.1222"/>
                  <dgm:constr type="ctrX" for="ch" forName="picture1" refType="w" fact="0.1333"/>
                  <dgm:constr type="ctrY" for="ch" forName="picture1" refType="h" fact="0.8922"/>
                  <dgm:constr type="w" for="ch" forName="picture1" refType="w" fact="0.1363"/>
                  <dgm:constr type="h" for="ch" forName="picture1" refType="h" fact="0.2113"/>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4105"/>
                  <dgm:constr type="t" for="ch" forName="parTx2" refType="h" fact="0.762"/>
                  <dgm:constr type="w" for="ch" forName="parTx2" refType="w" fact="0.294"/>
                  <dgm:constr type="h" for="ch" forName="parTx2" refType="h" fact="0.1222"/>
                  <dgm:constr type="ctrX" for="ch" forName="picture2" refType="w" fact="0.3972"/>
                  <dgm:constr type="ctrY" for="ch" forName="picture2" refType="h" fact="0.7447"/>
                  <dgm:constr type="w" for="ch" forName="picture2" refType="w" fact="0.1363"/>
                  <dgm:constr type="h" for="ch" forName="picture2" refType="h" fact="0.2113"/>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229"/>
                  <dgm:constr type="t" for="ch" forName="parTx3" refType="h" fact="0.5294"/>
                  <dgm:constr type="w" for="ch" forName="parTx3" refType="w" fact="0.294"/>
                  <dgm:constr type="h" for="ch" forName="parTx3" refType="h" fact="0.1222"/>
                  <dgm:constr type="ctrX" for="ch" forName="picture3" refType="w" fact="0.5095"/>
                  <dgm:constr type="ctrY" for="ch" forName="picture3" refType="h" fact="0.5121"/>
                  <dgm:constr type="w" for="ch" forName="picture3" refType="w" fact="0.1363"/>
                  <dgm:constr type="h" for="ch" forName="picture3" refType="h" fact="0.2113"/>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5722"/>
                  <dgm:constr type="t" for="ch" forName="parTx4" refType="h" fact="0.2523"/>
                  <dgm:constr type="w" for="ch" forName="parTx4" refType="w" fact="0.294"/>
                  <dgm:constr type="h" for="ch" forName="parTx4" refType="h" fact="0.1222"/>
                  <dgm:constr type="ctrX" for="ch" forName="picture4" refType="w" fact="0.5588"/>
                  <dgm:constr type="ctrY" for="ch" forName="picture4" refType="h" fact="0.235"/>
                  <dgm:constr type="w" for="ch" forName="picture4" refType="w" fact="0.1363"/>
                  <dgm:constr type="h" for="ch" forName="picture4" refType="h" fact="0.2113"/>
                  <dgm:constr type="l" for="ch" forName="desTx4" refType="r" refFor="ch" refForName="parTx4"/>
                  <dgm:constr type="r" for="ch" forName="desTx4" refType="w"/>
                  <dgm:constr type="t" for="ch" forName="desTx4" refType="t" refFor="ch" refForName="parTx4"/>
                  <dgm:constr type="h" for="ch" forName="desTx4" refType="h" refFor="ch" refForName="parTx4"/>
                </dgm:constrLst>
              </dgm:if>
              <dgm:else name="Name37">
                <dgm:alg type="composite">
                  <dgm:param type="ar" val="1.26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userD" refType="w" fact="0.0167"/>
                  <dgm:constr type="ctrX" for="ch" forName="dot1" refType="w" fact="0.3978"/>
                  <dgm:constr type="ctrY" for="ch" forName="dot1" refType="h" fact="0.8215"/>
                  <dgm:constr type="w" for="ch" forName="dot1" refType="userD"/>
                  <dgm:constr type="h" for="ch" forName="dot1" refType="userD"/>
                  <dgm:constr type="ctrX" for="ch" forName="dot2" refType="w" fact="0.3606"/>
                  <dgm:constr type="ctrY" for="ch" forName="dot2" refType="h" fact="0.843"/>
                  <dgm:constr type="w" for="ch" forName="dot2" refType="userD"/>
                  <dgm:constr type="h" for="ch" forName="dot2" refType="userD"/>
                  <dgm:constr type="ctrX" for="ch" forName="dot3" refType="w" fact="0.3223"/>
                  <dgm:constr type="ctrY" for="ch" forName="dot3" refType="h" fact="0.8607"/>
                  <dgm:constr type="w" for="ch" forName="dot3" refType="userD"/>
                  <dgm:constr type="h" for="ch" forName="dot3" refType="userD"/>
                  <dgm:constr type="ctrX" for="ch" forName="dot4" refType="w" fact="0.2829"/>
                  <dgm:constr type="ctrY" for="ch" forName="dot4" refType="h" fact="0.8745"/>
                  <dgm:constr type="w" for="ch" forName="dot4" refType="userD"/>
                  <dgm:constr type="h" for="ch" forName="dot4" refType="userD"/>
                  <dgm:constr type="ctrX" for="ch" forName="dot5" refType="w" fact="0.5717"/>
                  <dgm:constr type="ctrY" for="ch" forName="dot5" refType="h" fact="0.6419"/>
                  <dgm:constr type="w" for="ch" forName="dot5" refType="userD"/>
                  <dgm:constr type="h" for="ch" forName="dot5" refType="userD"/>
                  <dgm:constr type="ctrX" for="ch" forName="dot6" refType="w" fact="0.6709"/>
                  <dgm:constr type="ctrY" for="ch" forName="dot6" refType="h" fact="0.3784"/>
                  <dgm:constr type="w" for="ch" forName="dot6" refType="userD"/>
                  <dgm:constr type="h" for="ch" forName="dot6" refType="userD"/>
                  <dgm:constr type="ctrX" for="ch" forName="dotArrow1" refType="w" fact="0.6441"/>
                  <dgm:constr type="ctrY" for="ch" forName="dotArrow1" refType="h" fact="0.0496"/>
                  <dgm:constr type="w" for="ch" forName="dotArrow1" refType="userD"/>
                  <dgm:constr type="h" for="ch" forName="dotArrow1" refType="userD"/>
                  <dgm:constr type="ctrX" for="ch" forName="dotArrow2" refType="w" fact="0.6679"/>
                  <dgm:constr type="ctrY" for="ch" forName="dotArrow2" refType="h" fact="0.0282"/>
                  <dgm:constr type="w" for="ch" forName="dotArrow2" refType="userD"/>
                  <dgm:constr type="h" for="ch" forName="dotArrow2" refType="userD"/>
                  <dgm:constr type="ctrX" for="ch" forName="dotArrow3" refType="w" fact="0.6917"/>
                  <dgm:constr type="ctrY" for="ch" forName="dotArrow3" refType="h" fact="0.0068"/>
                  <dgm:constr type="w" for="ch" forName="dotArrow3" refType="userD"/>
                  <dgm:constr type="h" for="ch" forName="dotArrow3" refType="userD"/>
                  <dgm:constr type="ctrX" for="ch" forName="dotArrow4" refType="w" fact="0.7155"/>
                  <dgm:constr type="ctrY" for="ch" forName="dotArrow4" refType="h" fact="0.0282"/>
                  <dgm:constr type="w" for="ch" forName="dotArrow4" refType="userD"/>
                  <dgm:constr type="h" for="ch" forName="dotArrow4" refType="userD"/>
                  <dgm:constr type="ctrX" for="ch" forName="dotArrow5" refType="w" fact="0.7394"/>
                  <dgm:constr type="ctrY" for="ch" forName="dotArrow5" refType="h" fact="0.0496"/>
                  <dgm:constr type="w" for="ch" forName="dotArrow5" refType="userD"/>
                  <dgm:constr type="h" for="ch" forName="dotArrow5" refType="userD"/>
                  <dgm:constr type="ctrX" for="ch" forName="dotArrow6" refType="w" fact="0.6917"/>
                  <dgm:constr type="ctrY" for="ch" forName="dotArrow6" refType="h" fact="0.052"/>
                  <dgm:constr type="w" for="ch" forName="dotArrow6" refType="userD"/>
                  <dgm:constr type="h" for="ch" forName="dotArrow6" refType="userD"/>
                  <dgm:constr type="ctrX" for="ch" forName="dotArrow7" refType="w" fact="0.6917"/>
                  <dgm:constr type="ctrY" for="ch" forName="dotArrow7" refType="h" fact="0.0972"/>
                  <dgm:constr type="w" for="ch" forName="dotArrow7" refType="userD"/>
                  <dgm:constr type="h" for="ch" forName="dotArrow7" refType="userD"/>
                  <dgm:constr type="l" for="ch" forName="parTx1" refType="w" fact="0.1793"/>
                  <dgm:constr type="t" for="ch" forName="parTx1" refType="h" fact="0.9064"/>
                  <dgm:constr type="w" for="ch" forName="parTx1" refType="w" fact="0.3595"/>
                  <dgm:constr type="h" for="ch" forName="parTx1" refType="h" fact="0.1222"/>
                  <dgm:constr type="ctrX" for="ch" forName="picture1" refType="w" fact="0.163"/>
                  <dgm:constr type="ctrY" for="ch" forName="picture1" refType="h" fact="0.8922"/>
                  <dgm:constr type="w" for="ch" forName="picture1" refType="w" fact="0.1667"/>
                  <dgm:constr type="h" for="ch" forName="picture1" refType="h" fact="0.2113"/>
                  <dgm:constr type="l" for="ch" forName="parTx2" refType="w" fact="0.502"/>
                  <dgm:constr type="t" for="ch" forName="parTx2" refType="h" fact="0.7589"/>
                  <dgm:constr type="w" for="ch" forName="parTx2" refType="w" fact="0.3595"/>
                  <dgm:constr type="h" for="ch" forName="parTx2" refType="h" fact="0.1222"/>
                  <dgm:constr type="ctrX" for="ch" forName="picture2" refType="w" fact="0.4857"/>
                  <dgm:constr type="ctrY" for="ch" forName="picture2" refType="h" fact="0.7447"/>
                  <dgm:constr type="w" for="ch" forName="picture2" refType="w" fact="0.1667"/>
                  <dgm:constr type="h" for="ch" forName="picture2" refType="h" fact="0.2113"/>
                  <dgm:constr type="l" for="ch" forName="parTx3" refType="w" fact="0.6394"/>
                  <dgm:constr type="t" for="ch" forName="parTx3" refType="h" fact="0.5263"/>
                  <dgm:constr type="w" for="ch" forName="parTx3" refType="w" fact="0.3595"/>
                  <dgm:constr type="h" for="ch" forName="parTx3" refType="h" fact="0.1222"/>
                  <dgm:constr type="ctrX" for="ch" forName="picture3" refType="w" fact="0.6231"/>
                  <dgm:constr type="ctrY" for="ch" forName="picture3" refType="h" fact="0.5121"/>
                  <dgm:constr type="w" for="ch" forName="picture3" refType="w" fact="0.1667"/>
                  <dgm:constr type="h" for="ch" forName="picture3" refType="h" fact="0.2113"/>
                  <dgm:constr type="l" for="ch" forName="parTx4" refType="w" fact="0.6997"/>
                  <dgm:constr type="t" for="ch" forName="parTx4" refType="h" fact="0.2492"/>
                  <dgm:constr type="w" for="ch" forName="parTx4" refType="w" fact="0.3595"/>
                  <dgm:constr type="h" for="ch" forName="parTx4" refType="h" fact="0.1222"/>
                  <dgm:constr type="ctrX" for="ch" forName="picture4" refType="w" fact="0.6834"/>
                  <dgm:constr type="ctrY" for="ch" forName="picture4" refType="h" fact="0.235"/>
                  <dgm:constr type="w" for="ch" forName="picture4" refType="w" fact="0.1667"/>
                  <dgm:constr type="h" for="ch" forName="picture4" refType="h" fact="0.2113"/>
                </dgm:constrLst>
              </dgm:else>
            </dgm:choose>
          </dgm:if>
          <dgm:else name="Name38">
            <dgm:choose name="Name39">
              <dgm:if name="Name40" axis="des" func="maxDepth" op="gt" val="1">
                <dgm:alg type="composite">
                  <dgm:param type="ar" val="1.5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userD" refType="w" fact="0.0136"/>
                  <dgm:constr type="ctrX" for="ch" forName="dot1" refType="w" fact="0.6747"/>
                  <dgm:constr type="ctrY" for="ch" forName="dot1" refType="h" fact="0.8215"/>
                  <dgm:constr type="w" for="ch" forName="dot1" refType="userD"/>
                  <dgm:constr type="h" for="ch" forName="dot1" refType="userD"/>
                  <dgm:constr type="ctrX" for="ch" forName="dot2" refType="w" fact="0.7051"/>
                  <dgm:constr type="ctrY" for="ch" forName="dot2" refType="h" fact="0.843"/>
                  <dgm:constr type="w" for="ch" forName="dot2" refType="userD"/>
                  <dgm:constr type="h" for="ch" forName="dot2" refType="userD"/>
                  <dgm:constr type="ctrX" for="ch" forName="dot3" refType="w" fact="0.7365"/>
                  <dgm:constr type="ctrY" for="ch" forName="dot3" refType="h" fact="0.8607"/>
                  <dgm:constr type="w" for="ch" forName="dot3" refType="userD"/>
                  <dgm:constr type="h" for="ch" forName="dot3" refType="userD"/>
                  <dgm:constr type="ctrX" for="ch" forName="dot4" refType="w" fact="0.7687"/>
                  <dgm:constr type="ctrY" for="ch" forName="dot4" refType="h" fact="0.8745"/>
                  <dgm:constr type="w" for="ch" forName="dot4" refType="userD"/>
                  <dgm:constr type="h" for="ch" forName="dot4" refType="userD"/>
                  <dgm:constr type="ctrX" for="ch" forName="dot5" refType="w" fact="0.5325"/>
                  <dgm:constr type="ctrY" for="ch" forName="dot5" refType="h" fact="0.6419"/>
                  <dgm:constr type="w" for="ch" forName="dot5" refType="userD"/>
                  <dgm:constr type="h" for="ch" forName="dot5" refType="userD"/>
                  <dgm:constr type="ctrX" for="ch" forName="dot6" refType="w" fact="0.4514"/>
                  <dgm:constr type="ctrY" for="ch" forName="dot6" refType="h" fact="0.3784"/>
                  <dgm:constr type="w" for="ch" forName="dot6" refType="userD"/>
                  <dgm:constr type="h" for="ch" forName="dot6" refType="userD"/>
                  <dgm:constr type="ctrX" for="ch" forName="dotArrow1" refType="w" fact="0.4733"/>
                  <dgm:constr type="ctrY" for="ch" forName="dotArrow1" refType="h" fact="0.0496"/>
                  <dgm:constr type="w" for="ch" forName="dotArrow1" refType="userD"/>
                  <dgm:constr type="h" for="ch" forName="dotArrow1" refType="userD"/>
                  <dgm:constr type="ctrX" for="ch" forName="dotArrow2" refType="w" fact="0.4538"/>
                  <dgm:constr type="ctrY" for="ch" forName="dotArrow2" refType="h" fact="0.0282"/>
                  <dgm:constr type="w" for="ch" forName="dotArrow2" refType="userD"/>
                  <dgm:constr type="h" for="ch" forName="dotArrow2" refType="userD"/>
                  <dgm:constr type="ctrX" for="ch" forName="dotArrow3" refType="w" fact="0.4343"/>
                  <dgm:constr type="ctrY" for="ch" forName="dotArrow3" refType="h" fact="0.0068"/>
                  <dgm:constr type="w" for="ch" forName="dotArrow3" refType="userD"/>
                  <dgm:constr type="h" for="ch" forName="dotArrow3" refType="userD"/>
                  <dgm:constr type="ctrX" for="ch" forName="dotArrow4" refType="w" fact="0.4149"/>
                  <dgm:constr type="ctrY" for="ch" forName="dotArrow4" refType="h" fact="0.0282"/>
                  <dgm:constr type="w" for="ch" forName="dotArrow4" refType="userD"/>
                  <dgm:constr type="h" for="ch" forName="dotArrow4" refType="userD"/>
                  <dgm:constr type="ctrX" for="ch" forName="dotArrow5" refType="w" fact="0.3954"/>
                  <dgm:constr type="ctrY" for="ch" forName="dotArrow5" refType="h" fact="0.0496"/>
                  <dgm:constr type="w" for="ch" forName="dotArrow5" refType="userD"/>
                  <dgm:constr type="h" for="ch" forName="dotArrow5" refType="userD"/>
                  <dgm:constr type="ctrX" for="ch" forName="dotArrow6" refType="w" fact="0.4343"/>
                  <dgm:constr type="ctrY" for="ch" forName="dotArrow6" refType="h" fact="0.052"/>
                  <dgm:constr type="w" for="ch" forName="dotArrow6" refType="userD"/>
                  <dgm:constr type="h" for="ch" forName="dotArrow6" refType="userD"/>
                  <dgm:constr type="ctrX" for="ch" forName="dotArrow7" refType="w" fact="0.4343"/>
                  <dgm:constr type="ctrY" for="ch" forName="dotArrow7" refType="h" fact="0.0972"/>
                  <dgm:constr type="w" for="ch" forName="dotArrow7" refType="userD"/>
                  <dgm:constr type="h" for="ch" forName="dotArrow7" refType="userD"/>
                  <dgm:constr type="r" for="ch" forName="parTx1" refType="w" fact="0.8534"/>
                  <dgm:constr type="t" for="ch" forName="parTx1" refType="h" fact="0.9095"/>
                  <dgm:constr type="w" for="ch" forName="parTx1" refType="w" fact="0.294"/>
                  <dgm:constr type="h" for="ch" forName="parTx1" refType="h" fact="0.1222"/>
                  <dgm:constr type="ctrX" for="ch" forName="picture1" refType="w" fact="0.8667"/>
                  <dgm:constr type="ctrY" for="ch" forName="picture1" refType="h" fact="0.8922"/>
                  <dgm:constr type="w" for="ch" forName="picture1" refType="w" fact="0.1363"/>
                  <dgm:constr type="h" for="ch" forName="picture1" refType="h" fact="0.2113"/>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5895"/>
                  <dgm:constr type="t" for="ch" forName="parTx2" refType="h" fact="0.762"/>
                  <dgm:constr type="w" for="ch" forName="parTx2" refType="w" fact="0.294"/>
                  <dgm:constr type="h" for="ch" forName="parTx2" refType="h" fact="0.1222"/>
                  <dgm:constr type="ctrX" for="ch" forName="picture2" refType="w" fact="0.6028"/>
                  <dgm:constr type="ctrY" for="ch" forName="picture2" refType="h" fact="0.7447"/>
                  <dgm:constr type="w" for="ch" forName="picture2" refType="w" fact="0.1363"/>
                  <dgm:constr type="h" for="ch" forName="picture2" refType="h" fact="0.2113"/>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771"/>
                  <dgm:constr type="t" for="ch" forName="parTx3" refType="h" fact="0.5294"/>
                  <dgm:constr type="w" for="ch" forName="parTx3" refType="w" fact="0.294"/>
                  <dgm:constr type="h" for="ch" forName="parTx3" refType="h" fact="0.1222"/>
                  <dgm:constr type="ctrX" for="ch" forName="picture3" refType="w" fact="0.4905"/>
                  <dgm:constr type="ctrY" for="ch" forName="picture3" refType="h" fact="0.5121"/>
                  <dgm:constr type="w" for="ch" forName="picture3" refType="w" fact="0.1363"/>
                  <dgm:constr type="h" for="ch" forName="picture3" refType="h" fact="0.2113"/>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4278"/>
                  <dgm:constr type="t" for="ch" forName="parTx4" refType="h" fact="0.2523"/>
                  <dgm:constr type="w" for="ch" forName="parTx4" refType="w" fact="0.294"/>
                  <dgm:constr type="h" for="ch" forName="parTx4" refType="h" fact="0.1222"/>
                  <dgm:constr type="ctrX" for="ch" forName="picture4" refType="w" fact="0.4412"/>
                  <dgm:constr type="ctrY" for="ch" forName="picture4" refType="h" fact="0.235"/>
                  <dgm:constr type="w" for="ch" forName="picture4" refType="w" fact="0.1363"/>
                  <dgm:constr type="h" for="ch" forName="picture4" refType="h" fact="0.2113"/>
                  <dgm:constr type="r" for="ch" forName="desTx4" refType="l" refFor="ch" refForName="parTx4"/>
                  <dgm:constr type="l" for="ch" forName="desTx4"/>
                  <dgm:constr type="t" for="ch" forName="desTx4" refType="t" refFor="ch" refForName="parTx4"/>
                  <dgm:constr type="h" for="ch" forName="desTx4" refType="h" refFor="ch" refForName="parTx4"/>
                </dgm:constrLst>
              </dgm:if>
              <dgm:else name="Name41">
                <dgm:alg type="composite">
                  <dgm:param type="ar" val="1.26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userD" refType="w" fact="0.0167"/>
                  <dgm:constr type="ctrX" for="ch" forName="dot1" refType="w" fact="0.6022"/>
                  <dgm:constr type="ctrY" for="ch" forName="dot1" refType="h" fact="0.8215"/>
                  <dgm:constr type="w" for="ch" forName="dot1" refType="userD"/>
                  <dgm:constr type="h" for="ch" forName="dot1" refType="userD"/>
                  <dgm:constr type="ctrX" for="ch" forName="dot2" refType="w" fact="0.6394"/>
                  <dgm:constr type="ctrY" for="ch" forName="dot2" refType="h" fact="0.843"/>
                  <dgm:constr type="w" for="ch" forName="dot2" refType="userD"/>
                  <dgm:constr type="h" for="ch" forName="dot2" refType="userD"/>
                  <dgm:constr type="ctrX" for="ch" forName="dot3" refType="w" fact="0.6777"/>
                  <dgm:constr type="ctrY" for="ch" forName="dot3" refType="h" fact="0.8607"/>
                  <dgm:constr type="w" for="ch" forName="dot3" refType="userD"/>
                  <dgm:constr type="h" for="ch" forName="dot3" refType="userD"/>
                  <dgm:constr type="ctrX" for="ch" forName="dot4" refType="w" fact="0.7171"/>
                  <dgm:constr type="ctrY" for="ch" forName="dot4" refType="h" fact="0.8745"/>
                  <dgm:constr type="w" for="ch" forName="dot4" refType="userD"/>
                  <dgm:constr type="h" for="ch" forName="dot4" refType="userD"/>
                  <dgm:constr type="ctrX" for="ch" forName="dot5" refType="w" fact="0.4283"/>
                  <dgm:constr type="ctrY" for="ch" forName="dot5" refType="h" fact="0.6419"/>
                  <dgm:constr type="w" for="ch" forName="dot5" refType="userD"/>
                  <dgm:constr type="h" for="ch" forName="dot5" refType="userD"/>
                  <dgm:constr type="ctrX" for="ch" forName="dot6" refType="w" fact="0.3291"/>
                  <dgm:constr type="ctrY" for="ch" forName="dot6" refType="h" fact="0.3784"/>
                  <dgm:constr type="w" for="ch" forName="dot6" refType="userD"/>
                  <dgm:constr type="h" for="ch" forName="dot6" refType="userD"/>
                  <dgm:constr type="ctrX" for="ch" forName="dotArrow1" refType="w" fact="0.3559"/>
                  <dgm:constr type="ctrY" for="ch" forName="dotArrow1" refType="h" fact="0.0496"/>
                  <dgm:constr type="w" for="ch" forName="dotArrow1" refType="userD"/>
                  <dgm:constr type="h" for="ch" forName="dotArrow1" refType="userD"/>
                  <dgm:constr type="ctrX" for="ch" forName="dotArrow2" refType="w" fact="0.3321"/>
                  <dgm:constr type="ctrY" for="ch" forName="dotArrow2" refType="h" fact="0.0282"/>
                  <dgm:constr type="w" for="ch" forName="dotArrow2" refType="userD"/>
                  <dgm:constr type="h" for="ch" forName="dotArrow2" refType="userD"/>
                  <dgm:constr type="ctrX" for="ch" forName="dotArrow3" refType="w" fact="0.3083"/>
                  <dgm:constr type="ctrY" for="ch" forName="dotArrow3" refType="h" fact="0.0068"/>
                  <dgm:constr type="w" for="ch" forName="dotArrow3" refType="userD"/>
                  <dgm:constr type="h" for="ch" forName="dotArrow3" refType="userD"/>
                  <dgm:constr type="ctrX" for="ch" forName="dotArrow4" refType="w" fact="0.2845"/>
                  <dgm:constr type="ctrY" for="ch" forName="dotArrow4" refType="h" fact="0.0282"/>
                  <dgm:constr type="w" for="ch" forName="dotArrow4" refType="userD"/>
                  <dgm:constr type="h" for="ch" forName="dotArrow4" refType="userD"/>
                  <dgm:constr type="ctrX" for="ch" forName="dotArrow5" refType="w" fact="0.2606"/>
                  <dgm:constr type="ctrY" for="ch" forName="dotArrow5" refType="h" fact="0.0496"/>
                  <dgm:constr type="w" for="ch" forName="dotArrow5" refType="userD"/>
                  <dgm:constr type="h" for="ch" forName="dotArrow5" refType="userD"/>
                  <dgm:constr type="ctrX" for="ch" forName="dotArrow6" refType="w" fact="0.3083"/>
                  <dgm:constr type="ctrY" for="ch" forName="dotArrow6" refType="h" fact="0.052"/>
                  <dgm:constr type="w" for="ch" forName="dotArrow6" refType="userD"/>
                  <dgm:constr type="h" for="ch" forName="dotArrow6" refType="userD"/>
                  <dgm:constr type="ctrX" for="ch" forName="dotArrow7" refType="w" fact="0.3083"/>
                  <dgm:constr type="ctrY" for="ch" forName="dotArrow7" refType="h" fact="0.0972"/>
                  <dgm:constr type="w" for="ch" forName="dotArrow7" refType="userD"/>
                  <dgm:constr type="h" for="ch" forName="dotArrow7" refType="userD"/>
                  <dgm:constr type="r" for="ch" forName="parTx1" refType="w" fact="0.8207"/>
                  <dgm:constr type="t" for="ch" forName="parTx1" refType="h" fact="0.9064"/>
                  <dgm:constr type="w" for="ch" forName="parTx1" refType="w" fact="0.3595"/>
                  <dgm:constr type="h" for="ch" forName="parTx1" refType="h" fact="0.1222"/>
                  <dgm:constr type="ctrX" for="ch" forName="picture1" refType="w" fact="0.837"/>
                  <dgm:constr type="ctrY" for="ch" forName="picture1" refType="h" fact="0.8922"/>
                  <dgm:constr type="w" for="ch" forName="picture1" refType="w" fact="0.1667"/>
                  <dgm:constr type="h" for="ch" forName="picture1" refType="h" fact="0.2113"/>
                  <dgm:constr type="r" for="ch" forName="parTx2" refType="w" fact="0.498"/>
                  <dgm:constr type="t" for="ch" forName="parTx2" refType="h" fact="0.7589"/>
                  <dgm:constr type="w" for="ch" forName="parTx2" refType="w" fact="0.3595"/>
                  <dgm:constr type="h" for="ch" forName="parTx2" refType="h" fact="0.1222"/>
                  <dgm:constr type="ctrX" for="ch" forName="picture2" refType="w" fact="0.5143"/>
                  <dgm:constr type="ctrY" for="ch" forName="picture2" refType="h" fact="0.7447"/>
                  <dgm:constr type="w" for="ch" forName="picture2" refType="w" fact="0.1667"/>
                  <dgm:constr type="h" for="ch" forName="picture2" refType="h" fact="0.2113"/>
                  <dgm:constr type="r" for="ch" forName="parTx3" refType="w" fact="0.3606"/>
                  <dgm:constr type="t" for="ch" forName="parTx3" refType="h" fact="0.5263"/>
                  <dgm:constr type="w" for="ch" forName="parTx3" refType="w" fact="0.3595"/>
                  <dgm:constr type="h" for="ch" forName="parTx3" refType="h" fact="0.1222"/>
                  <dgm:constr type="ctrX" for="ch" forName="picture3" refType="w" fact="0.3769"/>
                  <dgm:constr type="ctrY" for="ch" forName="picture3" refType="h" fact="0.5121"/>
                  <dgm:constr type="w" for="ch" forName="picture3" refType="w" fact="0.1667"/>
                  <dgm:constr type="h" for="ch" forName="picture3" refType="h" fact="0.2113"/>
                  <dgm:constr type="r" for="ch" forName="parTx4" refType="w" fact="0.3003"/>
                  <dgm:constr type="t" for="ch" forName="parTx4" refType="h" fact="0.2492"/>
                  <dgm:constr type="w" for="ch" forName="parTx4" refType="w" fact="0.3595"/>
                  <dgm:constr type="h" for="ch" forName="parTx4" refType="h" fact="0.1222"/>
                  <dgm:constr type="ctrX" for="ch" forName="picture4" refType="w" fact="0.3166"/>
                  <dgm:constr type="ctrY" for="ch" forName="picture4" refType="h" fact="0.235"/>
                  <dgm:constr type="w" for="ch" forName="picture4" refType="w" fact="0.1667"/>
                  <dgm:constr type="h" for="ch" forName="picture4" refType="h" fact="0.2113"/>
                </dgm:constrLst>
              </dgm:else>
            </dgm:choose>
          </dgm:else>
        </dgm:choose>
      </dgm:if>
      <dgm:if name="Name42" axis="ch" ptType="node" func="cnt" op="equ" val="5">
        <dgm:choose name="Name43">
          <dgm:if name="Name44" func="var" arg="dir" op="equ" val="norm">
            <dgm:choose name="Name45">
              <dgm:if name="Name46" axis="des" func="maxDepth" op="gt" val="1">
                <dgm:alg type="composite">
                  <dgm:param type="ar" val="1.4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userD" refType="w" fact="0.0118"/>
                  <dgm:constr type="ctrX" for="ch" forName="dot1" refType="w" fact="0.3263"/>
                  <dgm:constr type="ctrY" for="ch" forName="dot1" refType="h" fact="0.8674"/>
                  <dgm:constr type="w" for="ch" forName="dot1" refType="userD"/>
                  <dgm:constr type="h" for="ch" forName="dot1" refType="userD"/>
                  <dgm:constr type="ctrX" for="ch" forName="dot2" refType="w" fact="0.3001"/>
                  <dgm:constr type="ctrY" for="ch" forName="dot2" refType="h" fact="0.8824"/>
                  <dgm:constr type="w" for="ch" forName="dot2" refType="userD"/>
                  <dgm:constr type="h" for="ch" forName="dot2" refType="userD"/>
                  <dgm:constr type="ctrX" for="ch" forName="dot3" refType="w" fact="0.2733"/>
                  <dgm:constr type="ctrY" for="ch" forName="dot3" refType="h" fact="0.8948"/>
                  <dgm:constr type="w" for="ch" forName="dot3" refType="userD"/>
                  <dgm:constr type="h" for="ch" forName="dot3" refType="userD"/>
                  <dgm:constr type="ctrX" for="ch" forName="dot4" refType="w" fact="0.2462"/>
                  <dgm:constr type="ctrY" for="ch" forName="dot4" refType="h" fact="0.9044"/>
                  <dgm:constr type="w" for="ch" forName="dot4" refType="userD"/>
                  <dgm:constr type="h" for="ch" forName="dot4" refType="userD"/>
                  <dgm:constr type="ctrX" for="ch" forName="dot5" refType="w" fact="0.4691"/>
                  <dgm:constr type="ctrY" for="ch" forName="dot5" refType="h" fact="0.7222"/>
                  <dgm:constr type="w" for="ch" forName="dot5" refType="userD"/>
                  <dgm:constr type="h" for="ch" forName="dot5" refType="userD"/>
                  <dgm:constr type="ctrX" for="ch" forName="dot6" refType="w" fact="0.4484"/>
                  <dgm:constr type="ctrY" for="ch" forName="dot6" refType="h" fact="0.7518"/>
                  <dgm:constr type="w" for="ch" forName="dot6" refType="userD"/>
                  <dgm:constr type="h" for="ch" forName="dot6" refType="userD"/>
                  <dgm:constr type="ctrX" for="ch" forName="dot7" refType="w" fact="0.5549"/>
                  <dgm:constr type="ctrY" for="ch" forName="dot7" refType="h" fact="0.5422"/>
                  <dgm:constr type="w" for="ch" forName="dot7" refType="userD"/>
                  <dgm:constr type="h" for="ch" forName="dot7" refType="userD"/>
                  <dgm:constr type="ctrX" for="ch" forName="dot8" refType="w" fact="0.601"/>
                  <dgm:constr type="ctrY" for="ch" forName="dot8" refType="h" fact="0.3229"/>
                  <dgm:constr type="w" for="ch" forName="dot8" refType="userD"/>
                  <dgm:constr type="h" for="ch" forName="dot8" refType="userD"/>
                  <dgm:constr type="ctrX" for="ch" forName="dotArrow1" refType="w" fact="0.5779"/>
                  <dgm:constr type="ctrY" for="ch" forName="dotArrow1" refType="h" fact="0.0635"/>
                  <dgm:constr type="w" for="ch" forName="dotArrow1" refType="userD"/>
                  <dgm:constr type="h" for="ch" forName="dotArrow1" refType="userD"/>
                  <dgm:constr type="ctrX" for="ch" forName="dotArrow2" refType="w" fact="0.5951"/>
                  <dgm:constr type="ctrY" for="ch" forName="dotArrow2" refType="h" fact="0.0448"/>
                  <dgm:constr type="w" for="ch" forName="dotArrow2" refType="userD"/>
                  <dgm:constr type="h" for="ch" forName="dotArrow2" refType="userD"/>
                  <dgm:constr type="ctrX" for="ch" forName="dotArrow3" refType="w" fact="0.6123"/>
                  <dgm:constr type="ctrY" for="ch" forName="dotArrow3" refType="h" fact="0.026"/>
                  <dgm:constr type="w" for="ch" forName="dotArrow3" refType="userD"/>
                  <dgm:constr type="h" for="ch" forName="dotArrow3" refType="userD"/>
                  <dgm:constr type="ctrX" for="ch" forName="dotArrow4" refType="w" fact="0.6295"/>
                  <dgm:constr type="ctrY" for="ch" forName="dotArrow4" refType="h" fact="0.0448"/>
                  <dgm:constr type="w" for="ch" forName="dotArrow4" refType="userD"/>
                  <dgm:constr type="h" for="ch" forName="dotArrow4" refType="userD"/>
                  <dgm:constr type="ctrX" for="ch" forName="dotArrow5" refType="w" fact="0.6467"/>
                  <dgm:constr type="ctrY" for="ch" forName="dotArrow5" refType="h" fact="0.0635"/>
                  <dgm:constr type="w" for="ch" forName="dotArrow5" refType="userD"/>
                  <dgm:constr type="h" for="ch" forName="dotArrow5" refType="userD"/>
                  <dgm:constr type="ctrX" for="ch" forName="dotArrow6" refType="w" fact="0.6123"/>
                  <dgm:constr type="ctrY" for="ch" forName="dotArrow6" refType="h" fact="0.0656"/>
                  <dgm:constr type="w" for="ch" forName="dotArrow6" refType="userD"/>
                  <dgm:constr type="h" for="ch" forName="dotArrow6" refType="userD"/>
                  <dgm:constr type="ctrX" for="ch" forName="dotArrow7" refType="w" fact="0.6123"/>
                  <dgm:constr type="ctrY" for="ch" forName="dotArrow7" refType="h" fact="0.1052"/>
                  <dgm:constr type="w" for="ch" forName="dotArrow7" refType="userD"/>
                  <dgm:constr type="h" for="ch" forName="dotArrow7" refType="userD"/>
                  <dgm:constr type="l" for="ch" forName="parTx1" refType="w" fact="0.1746"/>
                  <dgm:constr type="t" for="ch" forName="parTx1" refType="h" fact="0.9304"/>
                  <dgm:constr type="w" for="ch" forName="parTx1" refType="w" fact="0.2544"/>
                  <dgm:constr type="h" for="ch" forName="parTx1" refType="h" fact="0.0962"/>
                  <dgm:constr type="ctrX" for="ch" forName="picture1" refType="w" fact="0.1631"/>
                  <dgm:constr type="ctrY" for="ch" forName="picture1" refType="h" fact="0.9169"/>
                  <dgm:constr type="w" for="ch" forName="picture1" refType="w" fact="0.118"/>
                  <dgm:constr type="h" for="ch" forName="picture1" refType="h" fact="0.1663"/>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3982"/>
                  <dgm:constr type="t" for="ch" forName="parTx2" refType="h" fact="0.8167"/>
                  <dgm:constr type="w" for="ch" forName="parTx2" refType="w" fact="0.2544"/>
                  <dgm:constr type="h" for="ch" forName="parTx2" refType="h" fact="0.0962"/>
                  <dgm:constr type="ctrX" for="ch" forName="picture2" refType="w" fact="0.3866"/>
                  <dgm:constr type="ctrY" for="ch" forName="picture2" refType="h" fact="0.8032"/>
                  <dgm:constr type="w" for="ch" forName="picture2" refType="w" fact="0.118"/>
                  <dgm:constr type="h" for="ch" forName="picture2" refType="h" fact="0.1663"/>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194"/>
                  <dgm:constr type="t" for="ch" forName="parTx3" refType="h" fact="0.6524"/>
                  <dgm:constr type="w" for="ch" forName="parTx3" refType="w" fact="0.2544"/>
                  <dgm:constr type="h" for="ch" forName="parTx3" refType="h" fact="0.0962"/>
                  <dgm:constr type="ctrX" for="ch" forName="picture3" refType="w" fact="0.5078"/>
                  <dgm:constr type="ctrY" for="ch" forName="picture3" refType="h" fact="0.6389"/>
                  <dgm:constr type="w" for="ch" forName="picture3" refType="w" fact="0.118"/>
                  <dgm:constr type="h" for="ch" forName="picture3" refType="h" fact="0.1663"/>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5827"/>
                  <dgm:constr type="t" for="ch" forName="parTx4" refType="h" fact="0.4412"/>
                  <dgm:constr type="w" for="ch" forName="parTx4" refType="w" fact="0.2544"/>
                  <dgm:constr type="h" for="ch" forName="parTx4" refType="h" fact="0.0962"/>
                  <dgm:constr type="ctrX" for="ch" forName="picture4" refType="w" fact="0.5712"/>
                  <dgm:constr type="ctrY" for="ch" forName="picture4" refType="h" fact="0.4277"/>
                  <dgm:constr type="w" for="ch" forName="picture4" refType="w" fact="0.118"/>
                  <dgm:constr type="h" for="ch" forName="picture4" refType="h" fact="0.1663"/>
                  <dgm:constr type="l" for="ch" forName="desTx4" refType="r" refFor="ch" refForName="parTx4"/>
                  <dgm:constr type="r" for="ch" forName="desTx4" refType="w"/>
                  <dgm:constr type="t" for="ch" forName="desTx4" refType="t" refFor="ch" refForName="parTx4"/>
                  <dgm:constr type="h" for="ch" forName="desTx4" refType="h" refFor="ch" refForName="parTx4"/>
                  <dgm:constr type="l" for="ch" forName="parTx5" refType="w" fact="0.618"/>
                  <dgm:constr type="t" for="ch" forName="parTx5" refType="h" fact="0.2262"/>
                  <dgm:constr type="w" for="ch" forName="parTx5" refType="w" fact="0.2544"/>
                  <dgm:constr type="h" for="ch" forName="parTx5" refType="h" fact="0.0962"/>
                  <dgm:constr type="ctrX" for="ch" forName="picture5" refType="w" fact="0.6064"/>
                  <dgm:constr type="ctrY" for="ch" forName="picture5" refType="h" fact="0.2127"/>
                  <dgm:constr type="w" for="ch" forName="picture5" refType="w" fact="0.118"/>
                  <dgm:constr type="h" for="ch" forName="picture5" refType="h" fact="0.1663"/>
                  <dgm:constr type="l" for="ch" forName="desTx5" refType="r" refFor="ch" refForName="parTx5"/>
                  <dgm:constr type="r" for="ch" forName="desTx5" refType="w"/>
                  <dgm:constr type="t" for="ch" forName="desTx5" refType="t" refFor="ch" refForName="parTx5"/>
                  <dgm:constr type="h" for="ch" forName="desTx5" refType="h" refFor="ch" refForName="parTx5"/>
                </dgm:constrLst>
              </dgm:if>
              <dgm:else name="Name47">
                <dgm:alg type="composite">
                  <dgm:param type="ar" val="1.164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userD" refType="w" fact="0.0143"/>
                  <dgm:constr type="ctrX" for="ch" forName="dot1" refType="w" fact="0.3951"/>
                  <dgm:constr type="ctrY" for="ch" forName="dot1" refType="h" fact="0.8674"/>
                  <dgm:constr type="w" for="ch" forName="dot1" refType="userD"/>
                  <dgm:constr type="h" for="ch" forName="dot1" refType="userD"/>
                  <dgm:constr type="ctrX" for="ch" forName="dot2" refType="w" fact="0.3634"/>
                  <dgm:constr type="ctrY" for="ch" forName="dot2" refType="h" fact="0.8824"/>
                  <dgm:constr type="w" for="ch" forName="dot2" refType="userD"/>
                  <dgm:constr type="h" for="ch" forName="dot2" refType="userD"/>
                  <dgm:constr type="ctrX" for="ch" forName="dot3" refType="w" fact="0.331"/>
                  <dgm:constr type="ctrY" for="ch" forName="dot3" refType="h" fact="0.8948"/>
                  <dgm:constr type="w" for="ch" forName="dot3" refType="userD"/>
                  <dgm:constr type="h" for="ch" forName="dot3" refType="userD"/>
                  <dgm:constr type="ctrX" for="ch" forName="dot4" refType="w" fact="0.2981"/>
                  <dgm:constr type="ctrY" for="ch" forName="dot4" refType="h" fact="0.9044"/>
                  <dgm:constr type="w" for="ch" forName="dot4" refType="userD"/>
                  <dgm:constr type="h" for="ch" forName="dot4" refType="userD"/>
                  <dgm:constr type="ctrX" for="ch" forName="dot5" refType="w" fact="0.5681"/>
                  <dgm:constr type="ctrY" for="ch" forName="dot5" refType="h" fact="0.7222"/>
                  <dgm:constr type="w" for="ch" forName="dot5" refType="userD"/>
                  <dgm:constr type="h" for="ch" forName="dot5" refType="userD"/>
                  <dgm:constr type="ctrX" for="ch" forName="dot6" refType="w" fact="0.543"/>
                  <dgm:constr type="ctrY" for="ch" forName="dot6" refType="h" fact="0.7518"/>
                  <dgm:constr type="w" for="ch" forName="dot6" refType="userD"/>
                  <dgm:constr type="h" for="ch" forName="dot6" refType="userD"/>
                  <dgm:constr type="ctrX" for="ch" forName="dot7" refType="w" fact="0.672"/>
                  <dgm:constr type="ctrY" for="ch" forName="dot7" refType="h" fact="0.5422"/>
                  <dgm:constr type="w" for="ch" forName="dot7" refType="userD"/>
                  <dgm:constr type="h" for="ch" forName="dot7" refType="userD"/>
                  <dgm:constr type="ctrX" for="ch" forName="dot8" refType="w" fact="0.7278"/>
                  <dgm:constr type="ctrY" for="ch" forName="dot8" refType="h" fact="0.3229"/>
                  <dgm:constr type="w" for="ch" forName="dot8" refType="userD"/>
                  <dgm:constr type="h" for="ch" forName="dot8" refType="userD"/>
                  <dgm:constr type="ctrX" for="ch" forName="dotArrow1" refType="w" fact="0.6999"/>
                  <dgm:constr type="ctrY" for="ch" forName="dotArrow1" refType="h" fact="0.0635"/>
                  <dgm:constr type="w" for="ch" forName="dotArrow1" refType="userD"/>
                  <dgm:constr type="h" for="ch" forName="dotArrow1" refType="userD"/>
                  <dgm:constr type="ctrX" for="ch" forName="dotArrow2" refType="w" fact="0.7207"/>
                  <dgm:constr type="ctrY" for="ch" forName="dotArrow2" refType="h" fact="0.0448"/>
                  <dgm:constr type="w" for="ch" forName="dotArrow2" refType="userD"/>
                  <dgm:constr type="h" for="ch" forName="dotArrow2" refType="userD"/>
                  <dgm:constr type="ctrX" for="ch" forName="dotArrow3" refType="w" fact="0.7415"/>
                  <dgm:constr type="ctrY" for="ch" forName="dotArrow3" refType="h" fact="0.026"/>
                  <dgm:constr type="w" for="ch" forName="dotArrow3" refType="userD"/>
                  <dgm:constr type="h" for="ch" forName="dotArrow3" refType="userD"/>
                  <dgm:constr type="ctrX" for="ch" forName="dotArrow4" refType="w" fact="0.7624"/>
                  <dgm:constr type="ctrY" for="ch" forName="dotArrow4" refType="h" fact="0.0448"/>
                  <dgm:constr type="w" for="ch" forName="dotArrow4" refType="userD"/>
                  <dgm:constr type="h" for="ch" forName="dotArrow4" refType="userD"/>
                  <dgm:constr type="ctrX" for="ch" forName="dotArrow5" refType="w" fact="0.7832"/>
                  <dgm:constr type="ctrY" for="ch" forName="dotArrow5" refType="h" fact="0.0635"/>
                  <dgm:constr type="w" for="ch" forName="dotArrow5" refType="userD"/>
                  <dgm:constr type="h" for="ch" forName="dotArrow5" refType="userD"/>
                  <dgm:constr type="ctrX" for="ch" forName="dotArrow6" refType="w" fact="0.7415"/>
                  <dgm:constr type="ctrY" for="ch" forName="dotArrow6" refType="h" fact="0.0656"/>
                  <dgm:constr type="w" for="ch" forName="dotArrow6" refType="userD"/>
                  <dgm:constr type="h" for="ch" forName="dotArrow6" refType="userD"/>
                  <dgm:constr type="ctrX" for="ch" forName="dotArrow7" refType="w" fact="0.7415"/>
                  <dgm:constr type="ctrY" for="ch" forName="dotArrow7" refType="h" fact="0.1052"/>
                  <dgm:constr type="w" for="ch" forName="dotArrow7" refType="userD"/>
                  <dgm:constr type="h" for="ch" forName="dotArrow7" refType="userD"/>
                  <dgm:constr type="l" for="ch" forName="parTx1" refType="w" fact="0.2115"/>
                  <dgm:constr type="t" for="ch" forName="parTx1" refType="h" fact="0.928"/>
                  <dgm:constr type="w" for="ch" forName="parTx1" refType="w" fact="0.3081"/>
                  <dgm:constr type="h" for="ch" forName="parTx1" refType="h" fact="0.0962"/>
                  <dgm:constr type="ctrX" for="ch" forName="picture1" refType="w" fact="0.1975"/>
                  <dgm:constr type="ctrY" for="ch" forName="picture1" refType="h" fact="0.9169"/>
                  <dgm:constr type="w" for="ch" forName="picture1" refType="w" fact="0.1429"/>
                  <dgm:constr type="h" for="ch" forName="picture1" refType="h" fact="0.1663"/>
                  <dgm:constr type="l" for="ch" forName="parTx2" refType="w" fact="0.4822"/>
                  <dgm:constr type="t" for="ch" forName="parTx2" refType="h" fact="0.8143"/>
                  <dgm:constr type="w" for="ch" forName="parTx2" refType="w" fact="0.3081"/>
                  <dgm:constr type="h" for="ch" forName="parTx2" refType="h" fact="0.0962"/>
                  <dgm:constr type="ctrX" for="ch" forName="picture2" refType="w" fact="0.4682"/>
                  <dgm:constr type="ctrY" for="ch" forName="picture2" refType="h" fact="0.8032"/>
                  <dgm:constr type="w" for="ch" forName="picture2" refType="w" fact="0.1429"/>
                  <dgm:constr type="h" for="ch" forName="picture2" refType="h" fact="0.1663"/>
                  <dgm:constr type="l" for="ch" forName="parTx3" refType="w" fact="0.629"/>
                  <dgm:constr type="t" for="ch" forName="parTx3" refType="h" fact="0.65"/>
                  <dgm:constr type="w" for="ch" forName="parTx3" refType="w" fact="0.3081"/>
                  <dgm:constr type="h" for="ch" forName="parTx3" refType="h" fact="0.0962"/>
                  <dgm:constr type="ctrX" for="ch" forName="picture3" refType="w" fact="0.615"/>
                  <dgm:constr type="ctrY" for="ch" forName="picture3" refType="h" fact="0.6389"/>
                  <dgm:constr type="w" for="ch" forName="picture3" refType="w" fact="0.1429"/>
                  <dgm:constr type="h" for="ch" forName="picture3" refType="h" fact="0.1663"/>
                  <dgm:constr type="l" for="ch" forName="parTx4" refType="w" fact="0.7057"/>
                  <dgm:constr type="t" for="ch" forName="parTx4" refType="h" fact="0.4388"/>
                  <dgm:constr type="w" for="ch" forName="parTx4" refType="w" fact="0.3081"/>
                  <dgm:constr type="h" for="ch" forName="parTx4" refType="h" fact="0.0962"/>
                  <dgm:constr type="ctrX" for="ch" forName="picture4" refType="w" fact="0.6917"/>
                  <dgm:constr type="ctrY" for="ch" forName="picture4" refType="h" fact="0.4277"/>
                  <dgm:constr type="w" for="ch" forName="picture4" refType="w" fact="0.1429"/>
                  <dgm:constr type="h" for="ch" forName="picture4" refType="h" fact="0.1663"/>
                  <dgm:constr type="l" for="ch" forName="parTx5" refType="w" fact="0.7484"/>
                  <dgm:constr type="t" for="ch" forName="parTx5" refType="h" fact="0.2238"/>
                  <dgm:constr type="w" for="ch" forName="parTx5" refType="w" fact="0.3081"/>
                  <dgm:constr type="h" for="ch" forName="parTx5" refType="h" fact="0.0962"/>
                  <dgm:constr type="ctrX" for="ch" forName="picture5" refType="w" fact="0.7344"/>
                  <dgm:constr type="ctrY" for="ch" forName="picture5" refType="h" fact="0.2127"/>
                  <dgm:constr type="w" for="ch" forName="picture5" refType="w" fact="0.1429"/>
                  <dgm:constr type="h" for="ch" forName="picture5" refType="h" fact="0.1663"/>
                </dgm:constrLst>
              </dgm:else>
            </dgm:choose>
          </dgm:if>
          <dgm:else name="Name48">
            <dgm:choose name="Name49">
              <dgm:if name="Name50" axis="des" func="maxDepth" op="gt" val="1">
                <dgm:alg type="composite">
                  <dgm:param type="ar" val="1.4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userD" refType="w" fact="0.0118"/>
                  <dgm:constr type="ctrX" for="ch" forName="dot1" refType="w" fact="0.6737"/>
                  <dgm:constr type="ctrY" for="ch" forName="dot1" refType="h" fact="0.8674"/>
                  <dgm:constr type="w" for="ch" forName="dot1" refType="userD"/>
                  <dgm:constr type="h" for="ch" forName="dot1" refType="userD"/>
                  <dgm:constr type="ctrX" for="ch" forName="dot2" refType="w" fact="0.6999"/>
                  <dgm:constr type="ctrY" for="ch" forName="dot2" refType="h" fact="0.8824"/>
                  <dgm:constr type="w" for="ch" forName="dot2" refType="userD"/>
                  <dgm:constr type="h" for="ch" forName="dot2" refType="userD"/>
                  <dgm:constr type="ctrX" for="ch" forName="dot3" refType="w" fact="0.7267"/>
                  <dgm:constr type="ctrY" for="ch" forName="dot3" refType="h" fact="0.8948"/>
                  <dgm:constr type="w" for="ch" forName="dot3" refType="userD"/>
                  <dgm:constr type="h" for="ch" forName="dot3" refType="userD"/>
                  <dgm:constr type="ctrX" for="ch" forName="dot4" refType="w" fact="0.7538"/>
                  <dgm:constr type="ctrY" for="ch" forName="dot4" refType="h" fact="0.9044"/>
                  <dgm:constr type="w" for="ch" forName="dot4" refType="userD"/>
                  <dgm:constr type="h" for="ch" forName="dot4" refType="userD"/>
                  <dgm:constr type="ctrX" for="ch" forName="dot5" refType="w" fact="0.5309"/>
                  <dgm:constr type="ctrY" for="ch" forName="dot5" refType="h" fact="0.7222"/>
                  <dgm:constr type="w" for="ch" forName="dot5" refType="userD"/>
                  <dgm:constr type="h" for="ch" forName="dot5" refType="userD"/>
                  <dgm:constr type="ctrX" for="ch" forName="dot6" refType="w" fact="0.5516"/>
                  <dgm:constr type="ctrY" for="ch" forName="dot6" refType="h" fact="0.7518"/>
                  <dgm:constr type="w" for="ch" forName="dot6" refType="userD"/>
                  <dgm:constr type="h" for="ch" forName="dot6" refType="userD"/>
                  <dgm:constr type="ctrX" for="ch" forName="dot7" refType="w" fact="0.4451"/>
                  <dgm:constr type="ctrY" for="ch" forName="dot7" refType="h" fact="0.5422"/>
                  <dgm:constr type="w" for="ch" forName="dot7" refType="userD"/>
                  <dgm:constr type="h" for="ch" forName="dot7" refType="userD"/>
                  <dgm:constr type="ctrX" for="ch" forName="dot8" refType="w" fact="0.399"/>
                  <dgm:constr type="ctrY" for="ch" forName="dot8" refType="h" fact="0.3229"/>
                  <dgm:constr type="w" for="ch" forName="dot8" refType="userD"/>
                  <dgm:constr type="h" for="ch" forName="dot8" refType="userD"/>
                  <dgm:constr type="ctrX" for="ch" forName="dotArrow1" refType="w" fact="0.4221"/>
                  <dgm:constr type="ctrY" for="ch" forName="dotArrow1" refType="h" fact="0.0635"/>
                  <dgm:constr type="w" for="ch" forName="dotArrow1" refType="userD"/>
                  <dgm:constr type="h" for="ch" forName="dotArrow1" refType="userD"/>
                  <dgm:constr type="ctrX" for="ch" forName="dotArrow2" refType="w" fact="0.4049"/>
                  <dgm:constr type="ctrY" for="ch" forName="dotArrow2" refType="h" fact="0.0448"/>
                  <dgm:constr type="w" for="ch" forName="dotArrow2" refType="userD"/>
                  <dgm:constr type="h" for="ch" forName="dotArrow2" refType="userD"/>
                  <dgm:constr type="ctrX" for="ch" forName="dotArrow3" refType="w" fact="0.3877"/>
                  <dgm:constr type="ctrY" for="ch" forName="dotArrow3" refType="h" fact="0.026"/>
                  <dgm:constr type="w" for="ch" forName="dotArrow3" refType="userD"/>
                  <dgm:constr type="h" for="ch" forName="dotArrow3" refType="userD"/>
                  <dgm:constr type="ctrX" for="ch" forName="dotArrow4" refType="w" fact="0.3705"/>
                  <dgm:constr type="ctrY" for="ch" forName="dotArrow4" refType="h" fact="0.0448"/>
                  <dgm:constr type="w" for="ch" forName="dotArrow4" refType="userD"/>
                  <dgm:constr type="h" for="ch" forName="dotArrow4" refType="userD"/>
                  <dgm:constr type="ctrX" for="ch" forName="dotArrow5" refType="w" fact="0.3533"/>
                  <dgm:constr type="ctrY" for="ch" forName="dotArrow5" refType="h" fact="0.0635"/>
                  <dgm:constr type="w" for="ch" forName="dotArrow5" refType="userD"/>
                  <dgm:constr type="h" for="ch" forName="dotArrow5" refType="userD"/>
                  <dgm:constr type="ctrX" for="ch" forName="dotArrow6" refType="w" fact="0.3877"/>
                  <dgm:constr type="ctrY" for="ch" forName="dotArrow6" refType="h" fact="0.0656"/>
                  <dgm:constr type="w" for="ch" forName="dotArrow6" refType="userD"/>
                  <dgm:constr type="h" for="ch" forName="dotArrow6" refType="userD"/>
                  <dgm:constr type="ctrX" for="ch" forName="dotArrow7" refType="w" fact="0.3877"/>
                  <dgm:constr type="ctrY" for="ch" forName="dotArrow7" refType="h" fact="0.1052"/>
                  <dgm:constr type="w" for="ch" forName="dotArrow7" refType="userD"/>
                  <dgm:constr type="h" for="ch" forName="dotArrow7" refType="userD"/>
                  <dgm:constr type="r" for="ch" forName="parTx1" refType="w" fact="0.8254"/>
                  <dgm:constr type="t" for="ch" forName="parTx1" refType="h" fact="0.9304"/>
                  <dgm:constr type="w" for="ch" forName="parTx1" refType="w" fact="0.2544"/>
                  <dgm:constr type="h" for="ch" forName="parTx1" refType="h" fact="0.0962"/>
                  <dgm:constr type="ctrX" for="ch" forName="picture1" refType="w" fact="0.8369"/>
                  <dgm:constr type="ctrY" for="ch" forName="picture1" refType="h" fact="0.9169"/>
                  <dgm:constr type="w" for="ch" forName="picture1" refType="w" fact="0.118"/>
                  <dgm:constr type="h" for="ch" forName="picture1" refType="h" fact="0.1663"/>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6018"/>
                  <dgm:constr type="t" for="ch" forName="parTx2" refType="h" fact="0.8167"/>
                  <dgm:constr type="w" for="ch" forName="parTx2" refType="w" fact="0.2544"/>
                  <dgm:constr type="h" for="ch" forName="parTx2" refType="h" fact="0.0962"/>
                  <dgm:constr type="ctrX" for="ch" forName="picture2" refType="w" fact="0.6134"/>
                  <dgm:constr type="ctrY" for="ch" forName="picture2" refType="h" fact="0.8032"/>
                  <dgm:constr type="w" for="ch" forName="picture2" refType="w" fact="0.118"/>
                  <dgm:constr type="h" for="ch" forName="picture2" refType="h" fact="0.1663"/>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806"/>
                  <dgm:constr type="t" for="ch" forName="parTx3" refType="h" fact="0.6524"/>
                  <dgm:constr type="w" for="ch" forName="parTx3" refType="w" fact="0.2544"/>
                  <dgm:constr type="h" for="ch" forName="parTx3" refType="h" fact="0.0962"/>
                  <dgm:constr type="ctrX" for="ch" forName="picture3" refType="w" fact="0.4922"/>
                  <dgm:constr type="ctrY" for="ch" forName="picture3" refType="h" fact="0.6389"/>
                  <dgm:constr type="w" for="ch" forName="picture3" refType="w" fact="0.118"/>
                  <dgm:constr type="h" for="ch" forName="picture3" refType="h" fact="0.1663"/>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4173"/>
                  <dgm:constr type="t" for="ch" forName="parTx4" refType="h" fact="0.4412"/>
                  <dgm:constr type="w" for="ch" forName="parTx4" refType="w" fact="0.2544"/>
                  <dgm:constr type="h" for="ch" forName="parTx4" refType="h" fact="0.0962"/>
                  <dgm:constr type="ctrX" for="ch" forName="picture4" refType="w" fact="0.4288"/>
                  <dgm:constr type="ctrY" for="ch" forName="picture4" refType="h" fact="0.4277"/>
                  <dgm:constr type="w" for="ch" forName="picture4" refType="w" fact="0.118"/>
                  <dgm:constr type="h" for="ch" forName="picture4" refType="h" fact="0.1663"/>
                  <dgm:constr type="r" for="ch" forName="desTx4" refType="l" refFor="ch" refForName="parTx4"/>
                  <dgm:constr type="l" for="ch" forName="desTx4"/>
                  <dgm:constr type="t" for="ch" forName="desTx4" refType="t" refFor="ch" refForName="parTx4"/>
                  <dgm:constr type="h" for="ch" forName="desTx4" refType="h" refFor="ch" refForName="parTx4"/>
                  <dgm:constr type="r" for="ch" forName="parTx5" refType="w" fact="0.382"/>
                  <dgm:constr type="t" for="ch" forName="parTx5" refType="h" fact="0.2262"/>
                  <dgm:constr type="w" for="ch" forName="parTx5" refType="w" fact="0.2544"/>
                  <dgm:constr type="h" for="ch" forName="parTx5" refType="h" fact="0.0962"/>
                  <dgm:constr type="ctrX" for="ch" forName="picture5" refType="w" fact="0.3936"/>
                  <dgm:constr type="ctrY" for="ch" forName="picture5" refType="h" fact="0.2127"/>
                  <dgm:constr type="w" for="ch" forName="picture5" refType="w" fact="0.118"/>
                  <dgm:constr type="h" for="ch" forName="picture5" refType="h" fact="0.1663"/>
                  <dgm:constr type="r" for="ch" forName="desTx5" refType="l" refFor="ch" refForName="parTx5"/>
                  <dgm:constr type="l" for="ch" forName="desTx5"/>
                  <dgm:constr type="t" for="ch" forName="desTx5" refType="t" refFor="ch" refForName="parTx5"/>
                  <dgm:constr type="h" for="ch" forName="desTx5" refType="h" refFor="ch" refForName="parTx5"/>
                </dgm:constrLst>
              </dgm:if>
              <dgm:else name="Name51">
                <dgm:alg type="composite">
                  <dgm:param type="ar" val="1.164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userD" refType="w" fact="0.0143"/>
                  <dgm:constr type="ctrX" for="ch" forName="dot1" refType="w" fact="0.6049"/>
                  <dgm:constr type="ctrY" for="ch" forName="dot1" refType="h" fact="0.8674"/>
                  <dgm:constr type="w" for="ch" forName="dot1" refType="userD"/>
                  <dgm:constr type="h" for="ch" forName="dot1" refType="userD"/>
                  <dgm:constr type="ctrX" for="ch" forName="dot2" refType="w" fact="0.6366"/>
                  <dgm:constr type="ctrY" for="ch" forName="dot2" refType="h" fact="0.8824"/>
                  <dgm:constr type="w" for="ch" forName="dot2" refType="userD"/>
                  <dgm:constr type="h" for="ch" forName="dot2" refType="userD"/>
                  <dgm:constr type="ctrX" for="ch" forName="dot3" refType="w" fact="0.669"/>
                  <dgm:constr type="ctrY" for="ch" forName="dot3" refType="h" fact="0.8948"/>
                  <dgm:constr type="w" for="ch" forName="dot3" refType="userD"/>
                  <dgm:constr type="h" for="ch" forName="dot3" refType="userD"/>
                  <dgm:constr type="ctrX" for="ch" forName="dot4" refType="w" fact="0.7019"/>
                  <dgm:constr type="ctrY" for="ch" forName="dot4" refType="h" fact="0.9044"/>
                  <dgm:constr type="w" for="ch" forName="dot4" refType="userD"/>
                  <dgm:constr type="h" for="ch" forName="dot4" refType="userD"/>
                  <dgm:constr type="ctrX" for="ch" forName="dot5" refType="w" fact="0.4319"/>
                  <dgm:constr type="ctrY" for="ch" forName="dot5" refType="h" fact="0.7222"/>
                  <dgm:constr type="w" for="ch" forName="dot5" refType="userD"/>
                  <dgm:constr type="h" for="ch" forName="dot5" refType="userD"/>
                  <dgm:constr type="ctrX" for="ch" forName="dot6" refType="w" fact="0.457"/>
                  <dgm:constr type="ctrY" for="ch" forName="dot6" refType="h" fact="0.7518"/>
                  <dgm:constr type="w" for="ch" forName="dot6" refType="userD"/>
                  <dgm:constr type="h" for="ch" forName="dot6" refType="userD"/>
                  <dgm:constr type="ctrX" for="ch" forName="dot7" refType="w" fact="0.328"/>
                  <dgm:constr type="ctrY" for="ch" forName="dot7" refType="h" fact="0.5422"/>
                  <dgm:constr type="w" for="ch" forName="dot7" refType="userD"/>
                  <dgm:constr type="h" for="ch" forName="dot7" refType="userD"/>
                  <dgm:constr type="ctrX" for="ch" forName="dot8" refType="w" fact="0.2722"/>
                  <dgm:constr type="ctrY" for="ch" forName="dot8" refType="h" fact="0.3229"/>
                  <dgm:constr type="w" for="ch" forName="dot8" refType="userD"/>
                  <dgm:constr type="h" for="ch" forName="dot8" refType="userD"/>
                  <dgm:constr type="ctrX" for="ch" forName="dotArrow1" refType="w" fact="0.3001"/>
                  <dgm:constr type="ctrY" for="ch" forName="dotArrow1" refType="h" fact="0.0635"/>
                  <dgm:constr type="w" for="ch" forName="dotArrow1" refType="userD"/>
                  <dgm:constr type="h" for="ch" forName="dotArrow1" refType="userD"/>
                  <dgm:constr type="ctrX" for="ch" forName="dotArrow2" refType="w" fact="0.2793"/>
                  <dgm:constr type="ctrY" for="ch" forName="dotArrow2" refType="h" fact="0.0448"/>
                  <dgm:constr type="w" for="ch" forName="dotArrow2" refType="userD"/>
                  <dgm:constr type="h" for="ch" forName="dotArrow2" refType="userD"/>
                  <dgm:constr type="ctrX" for="ch" forName="dotArrow3" refType="w" fact="0.2585"/>
                  <dgm:constr type="ctrY" for="ch" forName="dotArrow3" refType="h" fact="0.026"/>
                  <dgm:constr type="w" for="ch" forName="dotArrow3" refType="userD"/>
                  <dgm:constr type="h" for="ch" forName="dotArrow3" refType="userD"/>
                  <dgm:constr type="ctrX" for="ch" forName="dotArrow4" refType="w" fact="0.2376"/>
                  <dgm:constr type="ctrY" for="ch" forName="dotArrow4" refType="h" fact="0.0448"/>
                  <dgm:constr type="w" for="ch" forName="dotArrow4" refType="userD"/>
                  <dgm:constr type="h" for="ch" forName="dotArrow4" refType="userD"/>
                  <dgm:constr type="ctrX" for="ch" forName="dotArrow5" refType="w" fact="0.2168"/>
                  <dgm:constr type="ctrY" for="ch" forName="dotArrow5" refType="h" fact="0.0635"/>
                  <dgm:constr type="w" for="ch" forName="dotArrow5" refType="userD"/>
                  <dgm:constr type="h" for="ch" forName="dotArrow5" refType="userD"/>
                  <dgm:constr type="ctrX" for="ch" forName="dotArrow6" refType="w" fact="0.2585"/>
                  <dgm:constr type="ctrY" for="ch" forName="dotArrow6" refType="h" fact="0.0656"/>
                  <dgm:constr type="w" for="ch" forName="dotArrow6" refType="userD"/>
                  <dgm:constr type="h" for="ch" forName="dotArrow6" refType="userD"/>
                  <dgm:constr type="ctrX" for="ch" forName="dotArrow7" refType="w" fact="0.2585"/>
                  <dgm:constr type="ctrY" for="ch" forName="dotArrow7" refType="h" fact="0.1052"/>
                  <dgm:constr type="w" for="ch" forName="dotArrow7" refType="userD"/>
                  <dgm:constr type="h" for="ch" forName="dotArrow7" refType="userD"/>
                  <dgm:constr type="r" for="ch" forName="parTx1" refType="w" fact="0.7885"/>
                  <dgm:constr type="t" for="ch" forName="parTx1" refType="h" fact="0.928"/>
                  <dgm:constr type="w" for="ch" forName="parTx1" refType="w" fact="0.3081"/>
                  <dgm:constr type="h" for="ch" forName="parTx1" refType="h" fact="0.0962"/>
                  <dgm:constr type="ctrX" for="ch" forName="picture1" refType="w" fact="0.8025"/>
                  <dgm:constr type="ctrY" for="ch" forName="picture1" refType="h" fact="0.9169"/>
                  <dgm:constr type="w" for="ch" forName="picture1" refType="w" fact="0.1429"/>
                  <dgm:constr type="h" for="ch" forName="picture1" refType="h" fact="0.1663"/>
                  <dgm:constr type="r" for="ch" forName="parTx2" refType="w" fact="0.5178"/>
                  <dgm:constr type="t" for="ch" forName="parTx2" refType="h" fact="0.8143"/>
                  <dgm:constr type="w" for="ch" forName="parTx2" refType="w" fact="0.3081"/>
                  <dgm:constr type="h" for="ch" forName="parTx2" refType="h" fact="0.0962"/>
                  <dgm:constr type="ctrX" for="ch" forName="picture2" refType="w" fact="0.5318"/>
                  <dgm:constr type="ctrY" for="ch" forName="picture2" refType="h" fact="0.8032"/>
                  <dgm:constr type="w" for="ch" forName="picture2" refType="w" fact="0.1429"/>
                  <dgm:constr type="h" for="ch" forName="picture2" refType="h" fact="0.1663"/>
                  <dgm:constr type="r" for="ch" forName="parTx3" refType="w" fact="0.371"/>
                  <dgm:constr type="t" for="ch" forName="parTx3" refType="h" fact="0.65"/>
                  <dgm:constr type="w" for="ch" forName="parTx3" refType="w" fact="0.3081"/>
                  <dgm:constr type="h" for="ch" forName="parTx3" refType="h" fact="0.0962"/>
                  <dgm:constr type="ctrX" for="ch" forName="picture3" refType="w" fact="0.385"/>
                  <dgm:constr type="ctrY" for="ch" forName="picture3" refType="h" fact="0.6389"/>
                  <dgm:constr type="w" for="ch" forName="picture3" refType="w" fact="0.1429"/>
                  <dgm:constr type="h" for="ch" forName="picture3" refType="h" fact="0.1663"/>
                  <dgm:constr type="r" for="ch" forName="parTx4" refType="w" fact="0.2943"/>
                  <dgm:constr type="t" for="ch" forName="parTx4" refType="h" fact="0.4388"/>
                  <dgm:constr type="w" for="ch" forName="parTx4" refType="w" fact="0.3081"/>
                  <dgm:constr type="h" for="ch" forName="parTx4" refType="h" fact="0.0962"/>
                  <dgm:constr type="ctrX" for="ch" forName="picture4" refType="w" fact="0.3083"/>
                  <dgm:constr type="ctrY" for="ch" forName="picture4" refType="h" fact="0.4277"/>
                  <dgm:constr type="w" for="ch" forName="picture4" refType="w" fact="0.1429"/>
                  <dgm:constr type="h" for="ch" forName="picture4" refType="h" fact="0.1663"/>
                  <dgm:constr type="r" for="ch" forName="parTx5" refType="w" fact="0.2516"/>
                  <dgm:constr type="t" for="ch" forName="parTx5" refType="h" fact="0.2238"/>
                  <dgm:constr type="w" for="ch" forName="parTx5" refType="w" fact="0.3081"/>
                  <dgm:constr type="h" for="ch" forName="parTx5" refType="h" fact="0.0962"/>
                  <dgm:constr type="ctrX" for="ch" forName="picture5" refType="w" fact="0.2656"/>
                  <dgm:constr type="ctrY" for="ch" forName="picture5" refType="h" fact="0.2127"/>
                  <dgm:constr type="w" for="ch" forName="picture5" refType="w" fact="0.1429"/>
                  <dgm:constr type="h" for="ch" forName="picture5" refType="h" fact="0.1663"/>
                </dgm:constrLst>
              </dgm:else>
            </dgm:choose>
          </dgm:else>
        </dgm:choose>
      </dgm:if>
      <dgm:if name="Name52" axis="ch" ptType="node" func="cnt" op="equ" val="6">
        <dgm:choose name="Name53">
          <dgm:if name="Name54" func="var" arg="dir" op="equ" val="norm">
            <dgm:choose name="Name55">
              <dgm:if name="Name56" axis="des" func="maxDepth" op="gt" val="1">
                <dgm:alg type="composite">
                  <dgm:param type="ar" val="1.3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userD" refType="w" fact="0.0105"/>
                  <dgm:constr type="ctrX" for="ch" forName="dot1" refType="w" fact="0.3608"/>
                  <dgm:constr type="ctrY" for="ch" forName="dot1" refType="h" fact="0.8839"/>
                  <dgm:constr type="w" for="ch" forName="dot1" refType="userD"/>
                  <dgm:constr type="h" for="ch" forName="dot1" refType="userD"/>
                  <dgm:constr type="ctrX" for="ch" forName="dot2" refType="w" fact="0.3384"/>
                  <dgm:constr type="ctrY" for="ch" forName="dot2" refType="h" fact="0.8967"/>
                  <dgm:constr type="w" for="ch" forName="dot2" refType="userD"/>
                  <dgm:constr type="h" for="ch" forName="dot2" refType="userD"/>
                  <dgm:constr type="ctrX" for="ch" forName="dot3" refType="w" fact="0.3155"/>
                  <dgm:constr type="ctrY" for="ch" forName="dot3" refType="h" fact="0.9076"/>
                  <dgm:constr type="w" for="ch" forName="dot3" refType="userD"/>
                  <dgm:constr type="h" for="ch" forName="dot3" refType="userD"/>
                  <dgm:constr type="ctrX" for="ch" forName="dot4" refType="w" fact="0.2923"/>
                  <dgm:constr type="ctrY" for="ch" forName="dot4" refType="h" fact="0.9165"/>
                  <dgm:constr type="w" for="ch" forName="dot4" refType="userD"/>
                  <dgm:constr type="h" for="ch" forName="dot4" refType="userD"/>
                  <dgm:constr type="ctrX" for="ch" forName="dot5" refType="w" fact="0.2688"/>
                  <dgm:constr type="ctrY" for="ch" forName="dot5" refType="h" fact="0.9234"/>
                  <dgm:constr type="w" for="ch" forName="dot5" refType="userD"/>
                  <dgm:constr type="h" for="ch" forName="dot5" refType="userD"/>
                  <dgm:constr type="ctrX" for="ch" forName="dot6" refType="w" fact="0.4883"/>
                  <dgm:constr type="ctrY" for="ch" forName="dot6" refType="h" fact="0.764"/>
                  <dgm:constr type="w" for="ch" forName="dot6" refType="userD"/>
                  <dgm:constr type="h" for="ch" forName="dot6" refType="userD"/>
                  <dgm:constr type="ctrX" for="ch" forName="dot7" refType="w" fact="0.4695"/>
                  <dgm:constr type="ctrY" for="ch" forName="dot7" refType="h" fact="0.7878"/>
                  <dgm:constr type="w" for="ch" forName="dot7" refType="userD"/>
                  <dgm:constr type="h" for="ch" forName="dot7" refType="userD"/>
                  <dgm:constr type="ctrX" for="ch" forName="dot8" refType="w" fact="0.5696"/>
                  <dgm:constr type="ctrY" for="ch" forName="dot8" refType="h" fact="0.6227"/>
                  <dgm:constr type="w" for="ch" forName="dot8" refType="userD"/>
                  <dgm:constr type="h" for="ch" forName="dot8" refType="userD"/>
                  <dgm:constr type="ctrX" for="ch" forName="dot9" refType="w" fact="0.6247"/>
                  <dgm:constr type="ctrY" for="ch" forName="dot9" refType="h" fact="0.4556"/>
                  <dgm:constr type="w" for="ch" forName="dot9" refType="userD"/>
                  <dgm:constr type="h" for="ch" forName="dot9" refType="userD"/>
                  <dgm:constr type="ctrX" for="ch" forName="dot10" refType="w" fact="0.6509"/>
                  <dgm:constr type="ctrY" for="ch" forName="dot10" refType="h" fact="0.2816"/>
                  <dgm:constr type="w" for="ch" forName="dot10" refType="userD"/>
                  <dgm:constr type="h" for="ch" forName="dot10" refType="userD"/>
                  <dgm:constr type="ctrX" for="ch" forName="dotArrow1" refType="w" fact="0.6281"/>
                  <dgm:constr type="ctrY" for="ch" forName="dotArrow1" refType="h" fact="0.0748"/>
                  <dgm:constr type="w" for="ch" forName="dotArrow1" refType="userD"/>
                  <dgm:constr type="h" for="ch" forName="dotArrow1" refType="userD"/>
                  <dgm:constr type="ctrX" for="ch" forName="dotArrow2" refType="w" fact="0.6437"/>
                  <dgm:constr type="ctrY" for="ch" forName="dotArrow2" refType="h" fact="0.0581"/>
                  <dgm:constr type="w" for="ch" forName="dotArrow2" refType="userD"/>
                  <dgm:constr type="h" for="ch" forName="dotArrow2" refType="userD"/>
                  <dgm:constr type="ctrX" for="ch" forName="dotArrow3" refType="w" fact="0.6593"/>
                  <dgm:constr type="ctrY" for="ch" forName="dotArrow3" refType="h" fact="0.0414"/>
                  <dgm:constr type="w" for="ch" forName="dotArrow3" refType="userD"/>
                  <dgm:constr type="h" for="ch" forName="dotArrow3" refType="userD"/>
                  <dgm:constr type="ctrX" for="ch" forName="dotArrow4" refType="w" fact="0.675"/>
                  <dgm:constr type="ctrY" for="ch" forName="dotArrow4" refType="h" fact="0.0581"/>
                  <dgm:constr type="w" for="ch" forName="dotArrow4" refType="userD"/>
                  <dgm:constr type="h" for="ch" forName="dotArrow4" refType="userD"/>
                  <dgm:constr type="ctrX" for="ch" forName="dotArrow5" refType="w" fact="0.6906"/>
                  <dgm:constr type="ctrY" for="ch" forName="dotArrow5" refType="h" fact="0.0748"/>
                  <dgm:constr type="w" for="ch" forName="dotArrow5" refType="userD"/>
                  <dgm:constr type="h" for="ch" forName="dotArrow5" refType="userD"/>
                  <dgm:constr type="ctrX" for="ch" forName="dotArrow6" refType="w" fact="0.6593"/>
                  <dgm:constr type="ctrY" for="ch" forName="dotArrow6" refType="h" fact="0.0766"/>
                  <dgm:constr type="w" for="ch" forName="dotArrow6" refType="userD"/>
                  <dgm:constr type="h" for="ch" forName="dotArrow6" refType="userD"/>
                  <dgm:constr type="ctrX" for="ch" forName="dotArrow7" refType="w" fact="0.6593"/>
                  <dgm:constr type="ctrY" for="ch" forName="dotArrow7" refType="h" fact="0.1118"/>
                  <dgm:constr type="w" for="ch" forName="dotArrow7" refType="userD"/>
                  <dgm:constr type="h" for="ch" forName="dotArrow7" refType="userD"/>
                  <dgm:constr type="l" for="ch" forName="parTx1" refType="w" fact="0.2091"/>
                  <dgm:constr type="t" for="ch" forName="parTx1" refType="h" fact="0.9433"/>
                  <dgm:constr type="w" for="ch" forName="parTx1" refType="w" fact="0.2275"/>
                  <dgm:constr type="h" for="ch" forName="parTx1" refType="h" fact="0.0811"/>
                  <dgm:constr type="ctrX" for="ch" forName="picture1" refType="w" fact="0.1988"/>
                  <dgm:constr type="ctrY" for="ch" forName="picture1" refType="h" fact="0.9322"/>
                  <dgm:constr type="w" for="ch" forName="picture1" refType="w" fact="0.1055"/>
                  <dgm:constr type="h" for="ch" forName="picture1" refType="h" fact="0.1403"/>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4273"/>
                  <dgm:constr type="t" for="ch" forName="parTx2" refType="h" fact="0.8468"/>
                  <dgm:constr type="w" for="ch" forName="parTx2" refType="w" fact="0.2275"/>
                  <dgm:constr type="h" for="ch" forName="parTx2" refType="h" fact="0.0811"/>
                  <dgm:constr type="ctrX" for="ch" forName="picture2" refType="w" fact="0.4169"/>
                  <dgm:constr type="ctrY" for="ch" forName="picture2" refType="h" fact="0.8357"/>
                  <dgm:constr type="w" for="ch" forName="picture2" refType="w" fact="0.1055"/>
                  <dgm:constr type="h" for="ch" forName="picture2" refType="h" fact="0.1403"/>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349"/>
                  <dgm:constr type="t" for="ch" forName="parTx3" refType="h" fact="0.7023"/>
                  <dgm:constr type="w" for="ch" forName="parTx3" refType="w" fact="0.2275"/>
                  <dgm:constr type="h" for="ch" forName="parTx3" refType="h" fact="0.0811"/>
                  <dgm:constr type="ctrX" for="ch" forName="picture3" refType="w" fact="0.5245"/>
                  <dgm:constr type="ctrY" for="ch" forName="picture3" refType="h" fact="0.6912"/>
                  <dgm:constr type="w" for="ch" forName="picture3" refType="w" fact="0.1055"/>
                  <dgm:constr type="h" for="ch" forName="picture3" refType="h" fact="0.1403"/>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5998"/>
                  <dgm:constr type="t" for="ch" forName="parTx4" refType="h" fact="0.5441"/>
                  <dgm:constr type="w" for="ch" forName="parTx4" refType="w" fact="0.2275"/>
                  <dgm:constr type="h" for="ch" forName="parTx4" refType="h" fact="0.0811"/>
                  <dgm:constr type="ctrX" for="ch" forName="picture4" refType="w" fact="0.5894"/>
                  <dgm:constr type="ctrY" for="ch" forName="picture4" refType="h" fact="0.533"/>
                  <dgm:constr type="w" for="ch" forName="picture4" refType="w" fact="0.1055"/>
                  <dgm:constr type="h" for="ch" forName="picture4" refType="h" fact="0.1403"/>
                  <dgm:constr type="l" for="ch" forName="desTx4" refType="r" refFor="ch" refForName="parTx4"/>
                  <dgm:constr type="r" for="ch" forName="desTx4" refType="w"/>
                  <dgm:constr type="t" for="ch" forName="desTx4" refType="t" refFor="ch" refForName="parTx4"/>
                  <dgm:constr type="h" for="ch" forName="desTx4" refType="h" refFor="ch" refForName="parTx4"/>
                  <dgm:constr type="l" for="ch" forName="parTx5" refType="w" fact="0.6416"/>
                  <dgm:constr type="t" for="ch" forName="parTx5" refType="h" fact="0.3737"/>
                  <dgm:constr type="w" for="ch" forName="parTx5" refType="w" fact="0.2275"/>
                  <dgm:constr type="h" for="ch" forName="parTx5" refType="h" fact="0.0811"/>
                  <dgm:constr type="ctrX" for="ch" forName="picture5" refType="w" fact="0.6313"/>
                  <dgm:constr type="ctrY" for="ch" forName="picture5" refType="h" fact="0.3626"/>
                  <dgm:constr type="w" for="ch" forName="picture5" refType="w" fact="0.1055"/>
                  <dgm:constr type="h" for="ch" forName="picture5" refType="h" fact="0.1403"/>
                  <dgm:constr type="l" for="ch" forName="desTx5" refType="r" refFor="ch" refForName="parTx5"/>
                  <dgm:constr type="r" for="ch" forName="desTx5" refType="w"/>
                  <dgm:constr type="t" for="ch" forName="desTx5" refType="t" refFor="ch" refForName="parTx5"/>
                  <dgm:constr type="h" for="ch" forName="desTx5" refType="h" refFor="ch" refForName="parTx5"/>
                  <dgm:constr type="l" for="ch" forName="parTx6" refType="w" fact="0.6644"/>
                  <dgm:constr type="t" for="ch" forName="parTx6" refType="h" fact="0.2061"/>
                  <dgm:constr type="w" for="ch" forName="parTx6" refType="w" fact="0.2275"/>
                  <dgm:constr type="h" for="ch" forName="parTx6" refType="h" fact="0.0811"/>
                  <dgm:constr type="ctrX" for="ch" forName="picture6" refType="w" fact="0.6541"/>
                  <dgm:constr type="ctrY" for="ch" forName="picture6" refType="h" fact="0.195"/>
                  <dgm:constr type="w" for="ch" forName="picture6" refType="w" fact="0.1055"/>
                  <dgm:constr type="h" for="ch" forName="picture6" refType="h" fact="0.1403"/>
                  <dgm:constr type="l" for="ch" forName="desTx6" refType="r" refFor="ch" refForName="parTx6"/>
                  <dgm:constr type="r" for="ch" forName="desTx6" refType="w"/>
                  <dgm:constr type="t" for="ch" forName="desTx6" refType="t" refFor="ch" refForName="parTx6"/>
                  <dgm:constr type="h" for="ch" forName="desTx6" refType="h" refFor="ch" refForName="parTx6"/>
                </dgm:constrLst>
              </dgm:if>
              <dgm:else name="Name57">
                <dgm:alg type="composite">
                  <dgm:param type="ar" val="1.122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userD" refType="w" fact="0.0125"/>
                  <dgm:constr type="ctrX" for="ch" forName="dot1" refType="w" fact="0.4276"/>
                  <dgm:constr type="ctrY" for="ch" forName="dot1" refType="h" fact="0.8839"/>
                  <dgm:constr type="w" for="ch" forName="dot1" refType="userD"/>
                  <dgm:constr type="h" for="ch" forName="dot1" refType="userD"/>
                  <dgm:constr type="ctrX" for="ch" forName="dot2" refType="w" fact="0.401"/>
                  <dgm:constr type="ctrY" for="ch" forName="dot2" refType="h" fact="0.8967"/>
                  <dgm:constr type="w" for="ch" forName="dot2" refType="userD"/>
                  <dgm:constr type="h" for="ch" forName="dot2" refType="userD"/>
                  <dgm:constr type="ctrX" for="ch" forName="dot3" refType="w" fact="0.3739"/>
                  <dgm:constr type="ctrY" for="ch" forName="dot3" refType="h" fact="0.9076"/>
                  <dgm:constr type="w" for="ch" forName="dot3" refType="userD"/>
                  <dgm:constr type="h" for="ch" forName="dot3" refType="userD"/>
                  <dgm:constr type="ctrX" for="ch" forName="dot4" refType="w" fact="0.3464"/>
                  <dgm:constr type="ctrY" for="ch" forName="dot4" refType="h" fact="0.9165"/>
                  <dgm:constr type="w" for="ch" forName="dot4" refType="userD"/>
                  <dgm:constr type="h" for="ch" forName="dot4" refType="userD"/>
                  <dgm:constr type="ctrX" for="ch" forName="dot5" refType="w" fact="0.3186"/>
                  <dgm:constr type="ctrY" for="ch" forName="dot5" refType="h" fact="0.9234"/>
                  <dgm:constr type="w" for="ch" forName="dot5" refType="userD"/>
                  <dgm:constr type="h" for="ch" forName="dot5" refType="userD"/>
                  <dgm:constr type="ctrX" for="ch" forName="dot6" refType="w" fact="0.5786"/>
                  <dgm:constr type="ctrY" for="ch" forName="dot6" refType="h" fact="0.764"/>
                  <dgm:constr type="w" for="ch" forName="dot6" refType="userD"/>
                  <dgm:constr type="h" for="ch" forName="dot6" refType="userD"/>
                  <dgm:constr type="ctrX" for="ch" forName="dot7" refType="w" fact="0.5564"/>
                  <dgm:constr type="ctrY" for="ch" forName="dot7" refType="h" fact="0.7878"/>
                  <dgm:constr type="w" for="ch" forName="dot7" refType="userD"/>
                  <dgm:constr type="h" for="ch" forName="dot7" refType="userD"/>
                  <dgm:constr type="ctrX" for="ch" forName="dot8" refType="w" fact="0.675"/>
                  <dgm:constr type="ctrY" for="ch" forName="dot8" refType="h" fact="0.6227"/>
                  <dgm:constr type="w" for="ch" forName="dot8" refType="userD"/>
                  <dgm:constr type="h" for="ch" forName="dot8" refType="userD"/>
                  <dgm:constr type="ctrX" for="ch" forName="dot9" refType="w" fact="0.7403"/>
                  <dgm:constr type="ctrY" for="ch" forName="dot9" refType="h" fact="0.4556"/>
                  <dgm:constr type="w" for="ch" forName="dot9" refType="userD"/>
                  <dgm:constr type="h" for="ch" forName="dot9" refType="userD"/>
                  <dgm:constr type="ctrX" for="ch" forName="dot10" refType="w" fact="0.7714"/>
                  <dgm:constr type="ctrY" for="ch" forName="dot10" refType="h" fact="0.2816"/>
                  <dgm:constr type="w" for="ch" forName="dot10" refType="userD"/>
                  <dgm:constr type="h" for="ch" forName="dot10" refType="userD"/>
                  <dgm:constr type="ctrX" for="ch" forName="dotArrow1" refType="w" fact="0.7443"/>
                  <dgm:constr type="ctrY" for="ch" forName="dotArrow1" refType="h" fact="0.0748"/>
                  <dgm:constr type="w" for="ch" forName="dotArrow1" refType="userD"/>
                  <dgm:constr type="h" for="ch" forName="dotArrow1" refType="userD"/>
                  <dgm:constr type="ctrX" for="ch" forName="dotArrow2" refType="w" fact="0.7628"/>
                  <dgm:constr type="ctrY" for="ch" forName="dotArrow2" refType="h" fact="0.0581"/>
                  <dgm:constr type="w" for="ch" forName="dotArrow2" refType="userD"/>
                  <dgm:constr type="h" for="ch" forName="dotArrow2" refType="userD"/>
                  <dgm:constr type="ctrX" for="ch" forName="dotArrow3" refType="w" fact="0.7814"/>
                  <dgm:constr type="ctrY" for="ch" forName="dotArrow3" refType="h" fact="0.0414"/>
                  <dgm:constr type="w" for="ch" forName="dotArrow3" refType="userD"/>
                  <dgm:constr type="h" for="ch" forName="dotArrow3" refType="userD"/>
                  <dgm:constr type="ctrX" for="ch" forName="dotArrow4" refType="w" fact="0.7999"/>
                  <dgm:constr type="ctrY" for="ch" forName="dotArrow4" refType="h" fact="0.0581"/>
                  <dgm:constr type="w" for="ch" forName="dotArrow4" refType="userD"/>
                  <dgm:constr type="h" for="ch" forName="dotArrow4" refType="userD"/>
                  <dgm:constr type="ctrX" for="ch" forName="dotArrow5" refType="w" fact="0.8184"/>
                  <dgm:constr type="ctrY" for="ch" forName="dotArrow5" refType="h" fact="0.0748"/>
                  <dgm:constr type="w" for="ch" forName="dotArrow5" refType="userD"/>
                  <dgm:constr type="h" for="ch" forName="dotArrow5" refType="userD"/>
                  <dgm:constr type="ctrX" for="ch" forName="dotArrow6" refType="w" fact="0.7814"/>
                  <dgm:constr type="ctrY" for="ch" forName="dotArrow6" refType="h" fact="0.0766"/>
                  <dgm:constr type="w" for="ch" forName="dotArrow6" refType="userD"/>
                  <dgm:constr type="h" for="ch" forName="dotArrow6" refType="userD"/>
                  <dgm:constr type="ctrX" for="ch" forName="dotArrow7" refType="w" fact="0.7814"/>
                  <dgm:constr type="ctrY" for="ch" forName="dotArrow7" refType="h" fact="0.1118"/>
                  <dgm:constr type="w" for="ch" forName="dotArrow7" refType="userD"/>
                  <dgm:constr type="h" for="ch" forName="dotArrow7" refType="userD"/>
                  <dgm:constr type="l" for="ch" forName="parTx1" refType="w" fact="0.2479"/>
                  <dgm:constr type="t" for="ch" forName="parTx1" refType="h" fact="0.9416"/>
                  <dgm:constr type="w" for="ch" forName="parTx1" refType="w" fact="0.2696"/>
                  <dgm:constr type="h" for="ch" forName="parTx1" refType="h" fact="0.0811"/>
                  <dgm:constr type="ctrX" for="ch" forName="picture1" refType="w" fact="0.2356"/>
                  <dgm:constr type="ctrY" for="ch" forName="picture1" refType="h" fact="0.9322"/>
                  <dgm:constr type="w" for="ch" forName="picture1" refType="w" fact="0.125"/>
                  <dgm:constr type="h" for="ch" forName="picture1" refType="h" fact="0.1403"/>
                  <dgm:constr type="l" for="ch" forName="parTx2" refType="w" fact="0.5064"/>
                  <dgm:constr type="t" for="ch" forName="parTx2" refType="h" fact="0.8451"/>
                  <dgm:constr type="w" for="ch" forName="parTx2" refType="w" fact="0.2696"/>
                  <dgm:constr type="h" for="ch" forName="parTx2" refType="h" fact="0.0811"/>
                  <dgm:constr type="ctrX" for="ch" forName="picture2" refType="w" fact="0.4941"/>
                  <dgm:constr type="ctrY" for="ch" forName="picture2" refType="h" fact="0.8357"/>
                  <dgm:constr type="w" for="ch" forName="picture2" refType="w" fact="0.125"/>
                  <dgm:constr type="h" for="ch" forName="picture2" refType="h" fact="0.1403"/>
                  <dgm:constr type="l" for="ch" forName="parTx3" refType="w" fact="0.6339"/>
                  <dgm:constr type="t" for="ch" forName="parTx3" refType="h" fact="0.7006"/>
                  <dgm:constr type="w" for="ch" forName="parTx3" refType="w" fact="0.2696"/>
                  <dgm:constr type="h" for="ch" forName="parTx3" refType="h" fact="0.0811"/>
                  <dgm:constr type="ctrX" for="ch" forName="picture3" refType="w" fact="0.6216"/>
                  <dgm:constr type="ctrY" for="ch" forName="picture3" refType="h" fact="0.6912"/>
                  <dgm:constr type="w" for="ch" forName="picture3" refType="w" fact="0.125"/>
                  <dgm:constr type="h" for="ch" forName="picture3" refType="h" fact="0.1403"/>
                  <dgm:constr type="l" for="ch" forName="parTx4" refType="w" fact="0.7108"/>
                  <dgm:constr type="t" for="ch" forName="parTx4" refType="h" fact="0.5424"/>
                  <dgm:constr type="w" for="ch" forName="parTx4" refType="w" fact="0.2696"/>
                  <dgm:constr type="h" for="ch" forName="parTx4" refType="h" fact="0.0811"/>
                  <dgm:constr type="ctrX" for="ch" forName="picture4" refType="w" fact="0.6985"/>
                  <dgm:constr type="ctrY" for="ch" forName="picture4" refType="h" fact="0.533"/>
                  <dgm:constr type="w" for="ch" forName="picture4" refType="w" fact="0.125"/>
                  <dgm:constr type="h" for="ch" forName="picture4" refType="h" fact="0.1403"/>
                  <dgm:constr type="l" for="ch" forName="parTx5" refType="w" fact="0.7604"/>
                  <dgm:constr type="t" for="ch" forName="parTx5" refType="h" fact="0.372"/>
                  <dgm:constr type="w" for="ch" forName="parTx5" refType="w" fact="0.2696"/>
                  <dgm:constr type="h" for="ch" forName="parTx5" refType="h" fact="0.0811"/>
                  <dgm:constr type="ctrX" for="ch" forName="picture5" refType="w" fact="0.7481"/>
                  <dgm:constr type="ctrY" for="ch" forName="picture5" refType="h" fact="0.3626"/>
                  <dgm:constr type="w" for="ch" forName="picture5" refType="w" fact="0.125"/>
                  <dgm:constr type="h" for="ch" forName="picture5" refType="h" fact="0.1403"/>
                  <dgm:constr type="l" for="ch" forName="parTx6" refType="w" fact="0.7874"/>
                  <dgm:constr type="t" for="ch" forName="parTx6" refType="h" fact="0.2044"/>
                  <dgm:constr type="w" for="ch" forName="parTx6" refType="w" fact="0.2696"/>
                  <dgm:constr type="h" for="ch" forName="parTx6" refType="h" fact="0.0811"/>
                  <dgm:constr type="ctrX" for="ch" forName="picture6" refType="w" fact="0.7751"/>
                  <dgm:constr type="ctrY" for="ch" forName="picture6" refType="h" fact="0.195"/>
                  <dgm:constr type="w" for="ch" forName="picture6" refType="w" fact="0.125"/>
                  <dgm:constr type="h" for="ch" forName="picture6" refType="h" fact="0.1403"/>
                </dgm:constrLst>
              </dgm:else>
            </dgm:choose>
          </dgm:if>
          <dgm:else name="Name58">
            <dgm:choose name="Name59">
              <dgm:if name="Name60" axis="des" func="maxDepth" op="gt" val="1">
                <dgm:alg type="composite">
                  <dgm:param type="ar" val="1.3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userD" refType="w" fact="0.0105"/>
                  <dgm:constr type="ctrX" for="ch" forName="dot1" refType="w" fact="0.6392"/>
                  <dgm:constr type="ctrY" for="ch" forName="dot1" refType="h" fact="0.8839"/>
                  <dgm:constr type="w" for="ch" forName="dot1" refType="userD"/>
                  <dgm:constr type="h" for="ch" forName="dot1" refType="userD"/>
                  <dgm:constr type="ctrX" for="ch" forName="dot2" refType="w" fact="0.6616"/>
                  <dgm:constr type="ctrY" for="ch" forName="dot2" refType="h" fact="0.8967"/>
                  <dgm:constr type="w" for="ch" forName="dot2" refType="userD"/>
                  <dgm:constr type="h" for="ch" forName="dot2" refType="userD"/>
                  <dgm:constr type="ctrX" for="ch" forName="dot3" refType="w" fact="0.6845"/>
                  <dgm:constr type="ctrY" for="ch" forName="dot3" refType="h" fact="0.9076"/>
                  <dgm:constr type="w" for="ch" forName="dot3" refType="userD"/>
                  <dgm:constr type="h" for="ch" forName="dot3" refType="userD"/>
                  <dgm:constr type="ctrX" for="ch" forName="dot4" refType="w" fact="0.7077"/>
                  <dgm:constr type="ctrY" for="ch" forName="dot4" refType="h" fact="0.9165"/>
                  <dgm:constr type="w" for="ch" forName="dot4" refType="userD"/>
                  <dgm:constr type="h" for="ch" forName="dot4" refType="userD"/>
                  <dgm:constr type="ctrX" for="ch" forName="dot5" refType="w" fact="0.7312"/>
                  <dgm:constr type="ctrY" for="ch" forName="dot5" refType="h" fact="0.9234"/>
                  <dgm:constr type="w" for="ch" forName="dot5" refType="userD"/>
                  <dgm:constr type="h" for="ch" forName="dot5" refType="userD"/>
                  <dgm:constr type="ctrX" for="ch" forName="dot6" refType="w" fact="0.5117"/>
                  <dgm:constr type="ctrY" for="ch" forName="dot6" refType="h" fact="0.764"/>
                  <dgm:constr type="w" for="ch" forName="dot6" refType="userD"/>
                  <dgm:constr type="h" for="ch" forName="dot6" refType="userD"/>
                  <dgm:constr type="ctrX" for="ch" forName="dot7" refType="w" fact="0.5305"/>
                  <dgm:constr type="ctrY" for="ch" forName="dot7" refType="h" fact="0.7878"/>
                  <dgm:constr type="w" for="ch" forName="dot7" refType="userD"/>
                  <dgm:constr type="h" for="ch" forName="dot7" refType="userD"/>
                  <dgm:constr type="ctrX" for="ch" forName="dot8" refType="w" fact="0.4304"/>
                  <dgm:constr type="ctrY" for="ch" forName="dot8" refType="h" fact="0.6227"/>
                  <dgm:constr type="w" for="ch" forName="dot8" refType="userD"/>
                  <dgm:constr type="h" for="ch" forName="dot8" refType="userD"/>
                  <dgm:constr type="ctrX" for="ch" forName="dot9" refType="w" fact="0.3753"/>
                  <dgm:constr type="ctrY" for="ch" forName="dot9" refType="h" fact="0.4556"/>
                  <dgm:constr type="w" for="ch" forName="dot9" refType="userD"/>
                  <dgm:constr type="h" for="ch" forName="dot9" refType="userD"/>
                  <dgm:constr type="ctrX" for="ch" forName="dot10" refType="w" fact="0.3491"/>
                  <dgm:constr type="ctrY" for="ch" forName="dot10" refType="h" fact="0.2816"/>
                  <dgm:constr type="w" for="ch" forName="dot10" refType="userD"/>
                  <dgm:constr type="h" for="ch" forName="dot10" refType="userD"/>
                  <dgm:constr type="ctrX" for="ch" forName="dotArrow1" refType="w" fact="0.3719"/>
                  <dgm:constr type="ctrY" for="ch" forName="dotArrow1" refType="h" fact="0.0748"/>
                  <dgm:constr type="w" for="ch" forName="dotArrow1" refType="userD"/>
                  <dgm:constr type="h" for="ch" forName="dotArrow1" refType="userD"/>
                  <dgm:constr type="ctrX" for="ch" forName="dotArrow2" refType="w" fact="0.3563"/>
                  <dgm:constr type="ctrY" for="ch" forName="dotArrow2" refType="h" fact="0.0581"/>
                  <dgm:constr type="w" for="ch" forName="dotArrow2" refType="userD"/>
                  <dgm:constr type="h" for="ch" forName="dotArrow2" refType="userD"/>
                  <dgm:constr type="ctrX" for="ch" forName="dotArrow3" refType="w" fact="0.3407"/>
                  <dgm:constr type="ctrY" for="ch" forName="dotArrow3" refType="h" fact="0.0414"/>
                  <dgm:constr type="w" for="ch" forName="dotArrow3" refType="userD"/>
                  <dgm:constr type="h" for="ch" forName="dotArrow3" refType="userD"/>
                  <dgm:constr type="ctrX" for="ch" forName="dotArrow4" refType="w" fact="0.325"/>
                  <dgm:constr type="ctrY" for="ch" forName="dotArrow4" refType="h" fact="0.0581"/>
                  <dgm:constr type="w" for="ch" forName="dotArrow4" refType="userD"/>
                  <dgm:constr type="h" for="ch" forName="dotArrow4" refType="userD"/>
                  <dgm:constr type="ctrX" for="ch" forName="dotArrow5" refType="w" fact="0.3094"/>
                  <dgm:constr type="ctrY" for="ch" forName="dotArrow5" refType="h" fact="0.0748"/>
                  <dgm:constr type="w" for="ch" forName="dotArrow5" refType="userD"/>
                  <dgm:constr type="h" for="ch" forName="dotArrow5" refType="userD"/>
                  <dgm:constr type="ctrX" for="ch" forName="dotArrow6" refType="w" fact="0.3407"/>
                  <dgm:constr type="ctrY" for="ch" forName="dotArrow6" refType="h" fact="0.0766"/>
                  <dgm:constr type="w" for="ch" forName="dotArrow6" refType="userD"/>
                  <dgm:constr type="h" for="ch" forName="dotArrow6" refType="userD"/>
                  <dgm:constr type="ctrX" for="ch" forName="dotArrow7" refType="w" fact="0.3407"/>
                  <dgm:constr type="ctrY" for="ch" forName="dotArrow7" refType="h" fact="0.1118"/>
                  <dgm:constr type="w" for="ch" forName="dotArrow7" refType="userD"/>
                  <dgm:constr type="h" for="ch" forName="dotArrow7" refType="userD"/>
                  <dgm:constr type="r" for="ch" forName="parTx1" refType="w" fact="0.7909"/>
                  <dgm:constr type="t" for="ch" forName="parTx1" refType="h" fact="0.9433"/>
                  <dgm:constr type="w" for="ch" forName="parTx1" refType="w" fact="0.2275"/>
                  <dgm:constr type="h" for="ch" forName="parTx1" refType="h" fact="0.0811"/>
                  <dgm:constr type="ctrX" for="ch" forName="picture1" refType="w" fact="0.8012"/>
                  <dgm:constr type="ctrY" for="ch" forName="picture1" refType="h" fact="0.9322"/>
                  <dgm:constr type="w" for="ch" forName="picture1" refType="w" fact="0.1055"/>
                  <dgm:constr type="h" for="ch" forName="picture1" refType="h" fact="0.1403"/>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5727"/>
                  <dgm:constr type="t" for="ch" forName="parTx2" refType="h" fact="0.8468"/>
                  <dgm:constr type="w" for="ch" forName="parTx2" refType="w" fact="0.2275"/>
                  <dgm:constr type="h" for="ch" forName="parTx2" refType="h" fact="0.0811"/>
                  <dgm:constr type="ctrX" for="ch" forName="picture2" refType="w" fact="0.5831"/>
                  <dgm:constr type="ctrY" for="ch" forName="picture2" refType="h" fact="0.8357"/>
                  <dgm:constr type="w" for="ch" forName="picture2" refType="w" fact="0.1055"/>
                  <dgm:constr type="h" for="ch" forName="picture2" refType="h" fact="0.1403"/>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651"/>
                  <dgm:constr type="t" for="ch" forName="parTx3" refType="h" fact="0.7023"/>
                  <dgm:constr type="w" for="ch" forName="parTx3" refType="w" fact="0.2275"/>
                  <dgm:constr type="h" for="ch" forName="parTx3" refType="h" fact="0.0811"/>
                  <dgm:constr type="ctrX" for="ch" forName="picture3" refType="w" fact="0.4755"/>
                  <dgm:constr type="ctrY" for="ch" forName="picture3" refType="h" fact="0.6912"/>
                  <dgm:constr type="w" for="ch" forName="picture3" refType="w" fact="0.1055"/>
                  <dgm:constr type="h" for="ch" forName="picture3" refType="h" fact="0.1403"/>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4002"/>
                  <dgm:constr type="t" for="ch" forName="parTx4" refType="h" fact="0.5441"/>
                  <dgm:constr type="w" for="ch" forName="parTx4" refType="w" fact="0.2275"/>
                  <dgm:constr type="h" for="ch" forName="parTx4" refType="h" fact="0.0811"/>
                  <dgm:constr type="ctrX" for="ch" forName="picture4" refType="w" fact="0.4106"/>
                  <dgm:constr type="ctrY" for="ch" forName="picture4" refType="h" fact="0.533"/>
                  <dgm:constr type="w" for="ch" forName="picture4" refType="w" fact="0.1055"/>
                  <dgm:constr type="h" for="ch" forName="picture4" refType="h" fact="0.1403"/>
                  <dgm:constr type="r" for="ch" forName="desTx4" refType="l" refFor="ch" refForName="parTx4"/>
                  <dgm:constr type="l" for="ch" forName="desTx4"/>
                  <dgm:constr type="t" for="ch" forName="desTx4" refType="t" refFor="ch" refForName="parTx4"/>
                  <dgm:constr type="h" for="ch" forName="desTx4" refType="h" refFor="ch" refForName="parTx4"/>
                  <dgm:constr type="r" for="ch" forName="parTx5" refType="w" fact="0.3584"/>
                  <dgm:constr type="t" for="ch" forName="parTx5" refType="h" fact="0.3737"/>
                  <dgm:constr type="w" for="ch" forName="parTx5" refType="w" fact="0.2275"/>
                  <dgm:constr type="h" for="ch" forName="parTx5" refType="h" fact="0.0811"/>
                  <dgm:constr type="ctrX" for="ch" forName="picture5" refType="w" fact="0.3687"/>
                  <dgm:constr type="ctrY" for="ch" forName="picture5" refType="h" fact="0.3626"/>
                  <dgm:constr type="w" for="ch" forName="picture5" refType="w" fact="0.1055"/>
                  <dgm:constr type="h" for="ch" forName="picture5" refType="h" fact="0.1403"/>
                  <dgm:constr type="r" for="ch" forName="desTx5" refType="l" refFor="ch" refForName="parTx5"/>
                  <dgm:constr type="l" for="ch" forName="desTx5"/>
                  <dgm:constr type="t" for="ch" forName="desTx5" refType="t" refFor="ch" refForName="parTx5"/>
                  <dgm:constr type="h" for="ch" forName="desTx5" refType="h" refFor="ch" refForName="parTx5"/>
                  <dgm:constr type="r" for="ch" forName="parTx6" refType="w" fact="0.3356"/>
                  <dgm:constr type="t" for="ch" forName="parTx6" refType="h" fact="0.2061"/>
                  <dgm:constr type="w" for="ch" forName="parTx6" refType="w" fact="0.2275"/>
                  <dgm:constr type="h" for="ch" forName="parTx6" refType="h" fact="0.0811"/>
                  <dgm:constr type="ctrX" for="ch" forName="picture6" refType="w" fact="0.3459"/>
                  <dgm:constr type="ctrY" for="ch" forName="picture6" refType="h" fact="0.195"/>
                  <dgm:constr type="w" for="ch" forName="picture6" refType="w" fact="0.1055"/>
                  <dgm:constr type="h" for="ch" forName="picture6" refType="h" fact="0.1403"/>
                  <dgm:constr type="r" for="ch" forName="desTx6" refType="l" refFor="ch" refForName="parTx6"/>
                  <dgm:constr type="l" for="ch" forName="desTx6"/>
                  <dgm:constr type="t" for="ch" forName="desTx6" refType="t" refFor="ch" refForName="parTx6"/>
                  <dgm:constr type="h" for="ch" forName="desTx6" refType="h" refFor="ch" refForName="parTx6"/>
                </dgm:constrLst>
              </dgm:if>
              <dgm:else name="Name61">
                <dgm:alg type="composite">
                  <dgm:param type="ar" val="1.122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userD" refType="w" fact="0.0125"/>
                  <dgm:constr type="ctrX" for="ch" forName="dot1" refType="w" fact="0.5724"/>
                  <dgm:constr type="ctrY" for="ch" forName="dot1" refType="h" fact="0.8839"/>
                  <dgm:constr type="w" for="ch" forName="dot1" refType="userD"/>
                  <dgm:constr type="h" for="ch" forName="dot1" refType="userD"/>
                  <dgm:constr type="ctrX" for="ch" forName="dot2" refType="w" fact="0.599"/>
                  <dgm:constr type="ctrY" for="ch" forName="dot2" refType="h" fact="0.8967"/>
                  <dgm:constr type="w" for="ch" forName="dot2" refType="userD"/>
                  <dgm:constr type="h" for="ch" forName="dot2" refType="userD"/>
                  <dgm:constr type="ctrX" for="ch" forName="dot3" refType="w" fact="0.6261"/>
                  <dgm:constr type="ctrY" for="ch" forName="dot3" refType="h" fact="0.9076"/>
                  <dgm:constr type="w" for="ch" forName="dot3" refType="userD"/>
                  <dgm:constr type="h" for="ch" forName="dot3" refType="userD"/>
                  <dgm:constr type="ctrX" for="ch" forName="dot4" refType="w" fact="0.6536"/>
                  <dgm:constr type="ctrY" for="ch" forName="dot4" refType="h" fact="0.9165"/>
                  <dgm:constr type="w" for="ch" forName="dot4" refType="userD"/>
                  <dgm:constr type="h" for="ch" forName="dot4" refType="userD"/>
                  <dgm:constr type="ctrX" for="ch" forName="dot5" refType="w" fact="0.6814"/>
                  <dgm:constr type="ctrY" for="ch" forName="dot5" refType="h" fact="0.9234"/>
                  <dgm:constr type="w" for="ch" forName="dot5" refType="userD"/>
                  <dgm:constr type="h" for="ch" forName="dot5" refType="userD"/>
                  <dgm:constr type="ctrX" for="ch" forName="dot6" refType="w" fact="0.4214"/>
                  <dgm:constr type="ctrY" for="ch" forName="dot6" refType="h" fact="0.764"/>
                  <dgm:constr type="w" for="ch" forName="dot6" refType="userD"/>
                  <dgm:constr type="h" for="ch" forName="dot6" refType="userD"/>
                  <dgm:constr type="ctrX" for="ch" forName="dot7" refType="w" fact="0.4436"/>
                  <dgm:constr type="ctrY" for="ch" forName="dot7" refType="h" fact="0.7878"/>
                  <dgm:constr type="w" for="ch" forName="dot7" refType="userD"/>
                  <dgm:constr type="h" for="ch" forName="dot7" refType="userD"/>
                  <dgm:constr type="ctrX" for="ch" forName="dot8" refType="w" fact="0.325"/>
                  <dgm:constr type="ctrY" for="ch" forName="dot8" refType="h" fact="0.6227"/>
                  <dgm:constr type="w" for="ch" forName="dot8" refType="userD"/>
                  <dgm:constr type="h" for="ch" forName="dot8" refType="userD"/>
                  <dgm:constr type="ctrX" for="ch" forName="dot9" refType="w" fact="0.2597"/>
                  <dgm:constr type="ctrY" for="ch" forName="dot9" refType="h" fact="0.4556"/>
                  <dgm:constr type="w" for="ch" forName="dot9" refType="userD"/>
                  <dgm:constr type="h" for="ch" forName="dot9" refType="userD"/>
                  <dgm:constr type="ctrX" for="ch" forName="dot10" refType="w" fact="0.2286"/>
                  <dgm:constr type="ctrY" for="ch" forName="dot10" refType="h" fact="0.2816"/>
                  <dgm:constr type="w" for="ch" forName="dot10" refType="userD"/>
                  <dgm:constr type="h" for="ch" forName="dot10" refType="userD"/>
                  <dgm:constr type="ctrX" for="ch" forName="dotArrow1" refType="w" fact="0.2557"/>
                  <dgm:constr type="ctrY" for="ch" forName="dotArrow1" refType="h" fact="0.0748"/>
                  <dgm:constr type="w" for="ch" forName="dotArrow1" refType="userD"/>
                  <dgm:constr type="h" for="ch" forName="dotArrow1" refType="userD"/>
                  <dgm:constr type="ctrX" for="ch" forName="dotArrow2" refType="w" fact="0.2372"/>
                  <dgm:constr type="ctrY" for="ch" forName="dotArrow2" refType="h" fact="0.0581"/>
                  <dgm:constr type="w" for="ch" forName="dotArrow2" refType="userD"/>
                  <dgm:constr type="h" for="ch" forName="dotArrow2" refType="userD"/>
                  <dgm:constr type="ctrX" for="ch" forName="dotArrow3" refType="w" fact="0.2187"/>
                  <dgm:constr type="ctrY" for="ch" forName="dotArrow3" refType="h" fact="0.0414"/>
                  <dgm:constr type="w" for="ch" forName="dotArrow3" refType="userD"/>
                  <dgm:constr type="h" for="ch" forName="dotArrow3" refType="userD"/>
                  <dgm:constr type="ctrX" for="ch" forName="dotArrow4" refType="w" fact="0.2001"/>
                  <dgm:constr type="ctrY" for="ch" forName="dotArrow4" refType="h" fact="0.0581"/>
                  <dgm:constr type="w" for="ch" forName="dotArrow4" refType="userD"/>
                  <dgm:constr type="h" for="ch" forName="dotArrow4" refType="userD"/>
                  <dgm:constr type="ctrX" for="ch" forName="dotArrow5" refType="w" fact="0.1816"/>
                  <dgm:constr type="ctrY" for="ch" forName="dotArrow5" refType="h" fact="0.0748"/>
                  <dgm:constr type="w" for="ch" forName="dotArrow5" refType="userD"/>
                  <dgm:constr type="h" for="ch" forName="dotArrow5" refType="userD"/>
                  <dgm:constr type="ctrX" for="ch" forName="dotArrow6" refType="w" fact="0.2187"/>
                  <dgm:constr type="ctrY" for="ch" forName="dotArrow6" refType="h" fact="0.0766"/>
                  <dgm:constr type="w" for="ch" forName="dotArrow6" refType="userD"/>
                  <dgm:constr type="h" for="ch" forName="dotArrow6" refType="userD"/>
                  <dgm:constr type="ctrX" for="ch" forName="dotArrow7" refType="w" fact="0.2187"/>
                  <dgm:constr type="ctrY" for="ch" forName="dotArrow7" refType="h" fact="0.1118"/>
                  <dgm:constr type="w" for="ch" forName="dotArrow7" refType="userD"/>
                  <dgm:constr type="h" for="ch" forName="dotArrow7" refType="userD"/>
                  <dgm:constr type="r" for="ch" forName="parTx1" refType="w" fact="0.7522"/>
                  <dgm:constr type="t" for="ch" forName="parTx1" refType="h" fact="0.9416"/>
                  <dgm:constr type="w" for="ch" forName="parTx1" refType="w" fact="0.2696"/>
                  <dgm:constr type="h" for="ch" forName="parTx1" refType="h" fact="0.0811"/>
                  <dgm:constr type="ctrX" for="ch" forName="picture1" refType="w" fact="0.7644"/>
                  <dgm:constr type="ctrY" for="ch" forName="picture1" refType="h" fact="0.9322"/>
                  <dgm:constr type="w" for="ch" forName="picture1" refType="w" fact="0.125"/>
                  <dgm:constr type="h" for="ch" forName="picture1" refType="h" fact="0.1403"/>
                  <dgm:constr type="r" for="ch" forName="parTx2" refType="w" fact="0.4937"/>
                  <dgm:constr type="t" for="ch" forName="parTx2" refType="h" fact="0.8451"/>
                  <dgm:constr type="w" for="ch" forName="parTx2" refType="w" fact="0.2696"/>
                  <dgm:constr type="h" for="ch" forName="parTx2" refType="h" fact="0.0811"/>
                  <dgm:constr type="ctrX" for="ch" forName="picture2" refType="w" fact="0.5059"/>
                  <dgm:constr type="ctrY" for="ch" forName="picture2" refType="h" fact="0.8357"/>
                  <dgm:constr type="w" for="ch" forName="picture2" refType="w" fact="0.125"/>
                  <dgm:constr type="h" for="ch" forName="picture2" refType="h" fact="0.1403"/>
                  <dgm:constr type="r" for="ch" forName="parTx3" refType="w" fact="0.3662"/>
                  <dgm:constr type="t" for="ch" forName="parTx3" refType="h" fact="0.7006"/>
                  <dgm:constr type="w" for="ch" forName="parTx3" refType="w" fact="0.2696"/>
                  <dgm:constr type="h" for="ch" forName="parTx3" refType="h" fact="0.0811"/>
                  <dgm:constr type="ctrX" for="ch" forName="picture3" refType="w" fact="0.3784"/>
                  <dgm:constr type="ctrY" for="ch" forName="picture3" refType="h" fact="0.6912"/>
                  <dgm:constr type="w" for="ch" forName="picture3" refType="w" fact="0.125"/>
                  <dgm:constr type="h" for="ch" forName="picture3" refType="h" fact="0.1403"/>
                  <dgm:constr type="r" for="ch" forName="parTx4" refType="w" fact="0.2893"/>
                  <dgm:constr type="t" for="ch" forName="parTx4" refType="h" fact="0.5424"/>
                  <dgm:constr type="w" for="ch" forName="parTx4" refType="w" fact="0.2696"/>
                  <dgm:constr type="h" for="ch" forName="parTx4" refType="h" fact="0.0811"/>
                  <dgm:constr type="ctrX" for="ch" forName="picture4" refType="w" fact="0.3015"/>
                  <dgm:constr type="ctrY" for="ch" forName="picture4" refType="h" fact="0.533"/>
                  <dgm:constr type="w" for="ch" forName="picture4" refType="w" fact="0.125"/>
                  <dgm:constr type="h" for="ch" forName="picture4" refType="h" fact="0.1403"/>
                  <dgm:constr type="r" for="ch" forName="parTx5" refType="w" fact="0.2397"/>
                  <dgm:constr type="t" for="ch" forName="parTx5" refType="h" fact="0.372"/>
                  <dgm:constr type="w" for="ch" forName="parTx5" refType="w" fact="0.2696"/>
                  <dgm:constr type="h" for="ch" forName="parTx5" refType="h" fact="0.0811"/>
                  <dgm:constr type="ctrX" for="ch" forName="picture5" refType="w" fact="0.2519"/>
                  <dgm:constr type="ctrY" for="ch" forName="picture5" refType="h" fact="0.3626"/>
                  <dgm:constr type="w" for="ch" forName="picture5" refType="w" fact="0.125"/>
                  <dgm:constr type="h" for="ch" forName="picture5" refType="h" fact="0.1403"/>
                  <dgm:constr type="r" for="ch" forName="parTx6" refType="w" fact="0.2127"/>
                  <dgm:constr type="t" for="ch" forName="parTx6" refType="h" fact="0.2044"/>
                  <dgm:constr type="w" for="ch" forName="parTx6" refType="w" fact="0.2696"/>
                  <dgm:constr type="h" for="ch" forName="parTx6" refType="h" fact="0.0811"/>
                  <dgm:constr type="ctrX" for="ch" forName="picture6" refType="w" fact="0.2249"/>
                  <dgm:constr type="ctrY" for="ch" forName="picture6" refType="h" fact="0.195"/>
                  <dgm:constr type="w" for="ch" forName="picture6" refType="w" fact="0.125"/>
                  <dgm:constr type="h" for="ch" forName="picture6" refType="h" fact="0.1403"/>
                </dgm:constrLst>
              </dgm:else>
            </dgm:choose>
          </dgm:else>
        </dgm:choose>
      </dgm:if>
      <dgm:else name="Name62">
        <dgm:choose name="Name63">
          <dgm:if name="Name64" func="var" arg="dir" op="equ" val="norm">
            <dgm:choose name="Name65">
              <dgm:if name="Name66" axis="des" func="maxDepth" op="gt" val="1">
                <dgm:alg type="composite">
                  <dgm:param type="ar" val="1.2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primFontSz" for="ch" forName="desTx7" refType="primFontSz" refFor="ch" refForName="desTx1" op="equ"/>
                  <dgm:constr type="userD" refType="w" fact="0.0097"/>
                  <dgm:constr type="ctrX" for="ch" forName="dot1" refType="w" fact="0.3909"/>
                  <dgm:constr type="ctrY" for="ch" forName="dot1" refType="h" fact="0.8342"/>
                  <dgm:constr type="w" for="ch" forName="dot1" refType="userD"/>
                  <dgm:constr type="h" for="ch" forName="dot1" refType="userD"/>
                  <dgm:constr type="ctrX" for="ch" forName="dot2" refType="w" fact="0.3721"/>
                  <dgm:constr type="ctrY" for="ch" forName="dot2" refType="h" fact="0.8448"/>
                  <dgm:constr type="w" for="ch" forName="dot2" refType="userD"/>
                  <dgm:constr type="h" for="ch" forName="dot2" refType="userD"/>
                  <dgm:constr type="ctrX" for="ch" forName="dot3" refType="w" fact="0.353"/>
                  <dgm:constr type="ctrY" for="ch" forName="dot3" refType="h" fact="0.8539"/>
                  <dgm:constr type="w" for="ch" forName="dot3" refType="userD"/>
                  <dgm:constr type="h" for="ch" forName="dot3" refType="userD"/>
                  <dgm:constr type="ctrX" for="ch" forName="dot4" refType="w" fact="0.3337"/>
                  <dgm:constr type="ctrY" for="ch" forName="dot4" refType="h" fact="0.8615"/>
                  <dgm:constr type="w" for="ch" forName="dot4" refType="userD"/>
                  <dgm:constr type="h" for="ch" forName="dot4" refType="userD"/>
                  <dgm:constr type="ctrX" for="ch" forName="dot5" refType="w" fact="0.3142"/>
                  <dgm:constr type="ctrY" for="ch" forName="dot5" refType="h" fact="0.8676"/>
                  <dgm:constr type="w" for="ch" forName="dot5" refType="userD"/>
                  <dgm:constr type="h" for="ch" forName="dot5" refType="userD"/>
                  <dgm:constr type="ctrX" for="ch" forName="dot6" refType="w" fact="0.5088"/>
                  <dgm:constr type="ctrY" for="ch" forName="dot6" refType="h" fact="0.7255"/>
                  <dgm:constr type="w" for="ch" forName="dot6" refType="userD"/>
                  <dgm:constr type="h" for="ch" forName="dot6" refType="userD"/>
                  <dgm:constr type="ctrX" for="ch" forName="dot7" refType="w" fact="0.4926"/>
                  <dgm:constr type="ctrY" for="ch" forName="dot7" refType="h" fact="0.7454"/>
                  <dgm:constr type="w" for="ch" forName="dot7" refType="userD"/>
                  <dgm:constr type="h" for="ch" forName="dot7" refType="userD"/>
                  <dgm:constr type="ctrX" for="ch" forName="dot8" refType="w" fact="0.5836"/>
                  <dgm:constr type="ctrY" for="ch" forName="dot8" refType="h" fact="0.6026"/>
                  <dgm:constr type="w" for="ch" forName="dot8" refType="userD"/>
                  <dgm:constr type="h" for="ch" forName="dot8" refType="userD"/>
                  <dgm:constr type="ctrX" for="ch" forName="dot9" refType="w" fact="0.6371"/>
                  <dgm:constr type="ctrY" for="ch" forName="dot9" refType="h" fact="0.4632"/>
                  <dgm:constr type="w" for="ch" forName="dot9" refType="userD"/>
                  <dgm:constr type="h" for="ch" forName="dot9" refType="userD"/>
                  <dgm:constr type="ctrX" for="ch" forName="dot10" refType="w" fact="0.6701"/>
                  <dgm:constr type="ctrY" for="ch" forName="dot10" refType="h" fact="0.3187"/>
                  <dgm:constr type="w" for="ch" forName="dot10" refType="userD"/>
                  <dgm:constr type="h" for="ch" forName="dot10" refType="userD"/>
                  <dgm:constr type="ctrX" for="ch" forName="dot11" refType="w" fact="0.6853"/>
                  <dgm:constr type="ctrY" for="ch" forName="dot11" refType="h" fact="0.1763"/>
                  <dgm:constr type="w" for="ch" forName="dot11" refType="userD"/>
                  <dgm:constr type="h" for="ch" forName="dot11" refType="userD"/>
                  <dgm:constr type="ctrX" for="ch" forName="dotArrow1" refType="w" fact="0.6627"/>
                  <dgm:constr type="ctrY" for="ch" forName="dotArrow1" refType="h" fact="-0.0099"/>
                  <dgm:constr type="w" for="ch" forName="dotArrow1" refType="userD"/>
                  <dgm:constr type="h" for="ch" forName="dotArrow1" refType="userD"/>
                  <dgm:constr type="ctrX" for="ch" forName="dotArrow2" refType="w" fact="0.6773"/>
                  <dgm:constr type="ctrY" for="ch" forName="dotArrow2" refType="h" fact="-0.0239"/>
                  <dgm:constr type="w" for="ch" forName="dotArrow2" refType="userD"/>
                  <dgm:constr type="h" for="ch" forName="dotArrow2" refType="userD"/>
                  <dgm:constr type="ctrX" for="ch" forName="dotArrow3" refType="w" fact="0.6919"/>
                  <dgm:constr type="ctrY" for="ch" forName="dotArrow3" refType="h" fact="-0.0378"/>
                  <dgm:constr type="w" for="ch" forName="dotArrow3" refType="userD"/>
                  <dgm:constr type="h" for="ch" forName="dotArrow3" refType="userD"/>
                  <dgm:constr type="ctrX" for="ch" forName="dotArrow4" refType="w" fact="0.7065"/>
                  <dgm:constr type="ctrY" for="ch" forName="dotArrow4" refType="h" fact="-0.0239"/>
                  <dgm:constr type="w" for="ch" forName="dotArrow4" refType="userD"/>
                  <dgm:constr type="h" for="ch" forName="dotArrow4" refType="userD"/>
                  <dgm:constr type="ctrX" for="ch" forName="dotArrow5" refType="w" fact="0.7212"/>
                  <dgm:constr type="ctrY" for="ch" forName="dotArrow5" refType="h" fact="-0.0099"/>
                  <dgm:constr type="w" for="ch" forName="dotArrow5" refType="userD"/>
                  <dgm:constr type="h" for="ch" forName="dotArrow5" refType="userD"/>
                  <dgm:constr type="ctrX" for="ch" forName="dotArrow6" refType="w" fact="0.6919"/>
                  <dgm:constr type="ctrY" for="ch" forName="dotArrow6" refType="h" fact="-0.0084"/>
                  <dgm:constr type="w" for="ch" forName="dotArrow6" refType="userD"/>
                  <dgm:constr type="h" for="ch" forName="dotArrow6" refType="userD"/>
                  <dgm:constr type="ctrX" for="ch" forName="dotArrow7" refType="w" fact="0.6919"/>
                  <dgm:constr type="ctrY" for="ch" forName="dotArrow7" refType="h" fact="0.0211"/>
                  <dgm:constr type="w" for="ch" forName="dotArrow7" refType="userD"/>
                  <dgm:constr type="h" for="ch" forName="dotArrow7" refType="userD"/>
                  <dgm:constr type="l" for="ch" forName="parTx1" refType="w" fact="0.2556"/>
                  <dgm:constr type="t" for="ch" forName="parTx1" refType="h" fact="0.8856"/>
                  <dgm:constr type="w" for="ch" forName="parTx1" refType="w" fact="0.2101"/>
                  <dgm:constr type="h" for="ch" forName="parTx1" refType="h" fact="0.0704"/>
                  <dgm:constr type="ctrX" for="ch" forName="picture1" refType="w" fact="0.246"/>
                  <dgm:constr type="ctrY" for="ch" forName="picture1" refType="h" fact="0.8769"/>
                  <dgm:constr type="w" for="ch" forName="picture1" refType="w" fact="0.0974"/>
                  <dgm:constr type="h" for="ch" forName="picture1" refType="h" fact="0.1218"/>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4535"/>
                  <dgm:constr type="t" for="ch" forName="parTx2" refType="h" fact="0.7956"/>
                  <dgm:constr type="w" for="ch" forName="parTx2" refType="w" fact="0.2101"/>
                  <dgm:constr type="h" for="ch" forName="parTx2" refType="h" fact="0.0704"/>
                  <dgm:constr type="ctrX" for="ch" forName="picture2" refType="w" fact="0.4439"/>
                  <dgm:constr type="ctrY" for="ch" forName="picture2" refType="h" fact="0.787"/>
                  <dgm:constr type="w" for="ch" forName="picture2" refType="w" fact="0.0974"/>
                  <dgm:constr type="h" for="ch" forName="picture2" refType="h" fact="0.1218"/>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511"/>
                  <dgm:constr type="t" for="ch" forName="parTx3" refType="h" fact="0.673"/>
                  <dgm:constr type="w" for="ch" forName="parTx3" refType="w" fact="0.2101"/>
                  <dgm:constr type="h" for="ch" forName="parTx3" refType="h" fact="0.0704"/>
                  <dgm:constr type="ctrX" for="ch" forName="picture3" refType="w" fact="0.5415"/>
                  <dgm:constr type="ctrY" for="ch" forName="picture3" refType="h" fact="0.6644"/>
                  <dgm:constr type="w" for="ch" forName="picture3" refType="w" fact="0.0974"/>
                  <dgm:constr type="h" for="ch" forName="picture3" refType="h" fact="0.1218"/>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6132"/>
                  <dgm:constr type="t" for="ch" forName="parTx4" refType="h" fact="0.538"/>
                  <dgm:constr type="w" for="ch" forName="parTx4" refType="w" fact="0.2101"/>
                  <dgm:constr type="h" for="ch" forName="parTx4" refType="h" fact="0.0704"/>
                  <dgm:constr type="ctrX" for="ch" forName="picture4" refType="w" fact="0.6037"/>
                  <dgm:constr type="ctrY" for="ch" forName="picture4" refType="h" fact="0.5294"/>
                  <dgm:constr type="w" for="ch" forName="picture4" refType="w" fact="0.0974"/>
                  <dgm:constr type="h" for="ch" forName="picture4" refType="h" fact="0.1218"/>
                  <dgm:constr type="l" for="ch" forName="desTx4" refType="r" refFor="ch" refForName="parTx4"/>
                  <dgm:constr type="r" for="ch" forName="desTx4" refType="w"/>
                  <dgm:constr type="t" for="ch" forName="desTx4" refType="t" refFor="ch" refForName="parTx4"/>
                  <dgm:constr type="h" for="ch" forName="desTx4" refType="h" refFor="ch" refForName="parTx4"/>
                  <dgm:constr type="l" for="ch" forName="parTx5" refType="w" fact="0.6576"/>
                  <dgm:constr type="t" for="ch" forName="parTx5" refType="h" fact="0.3951"/>
                  <dgm:constr type="w" for="ch" forName="parTx5" refType="w" fact="0.2101"/>
                  <dgm:constr type="h" for="ch" forName="parTx5" refType="h" fact="0.0704"/>
                  <dgm:constr type="ctrX" for="ch" forName="picture5" refType="w" fact="0.648"/>
                  <dgm:constr type="ctrY" for="ch" forName="picture5" refType="h" fact="0.3864"/>
                  <dgm:constr type="w" for="ch" forName="picture5" refType="w" fact="0.0974"/>
                  <dgm:constr type="h" for="ch" forName="picture5" refType="h" fact="0.1218"/>
                  <dgm:constr type="l" for="ch" forName="desTx5" refType="r" refFor="ch" refForName="parTx5"/>
                  <dgm:constr type="r" for="ch" forName="desTx5" refType="w"/>
                  <dgm:constr type="t" for="ch" forName="desTx5" refType="t" refFor="ch" refForName="parTx5"/>
                  <dgm:constr type="h" for="ch" forName="desTx5" refType="h" refFor="ch" refForName="parTx5"/>
                  <dgm:constr type="l" for="ch" forName="parTx6" refType="w" fact="0.6828"/>
                  <dgm:constr type="t" for="ch" forName="parTx6" refType="h" fact="0.2531"/>
                  <dgm:constr type="w" for="ch" forName="parTx6" refType="w" fact="0.2101"/>
                  <dgm:constr type="h" for="ch" forName="parTx6" refType="h" fact="0.0704"/>
                  <dgm:constr type="ctrX" for="ch" forName="picture6" refType="w" fact="0.6733"/>
                  <dgm:constr type="ctrY" for="ch" forName="picture6" refType="h" fact="0.2444"/>
                  <dgm:constr type="w" for="ch" forName="picture6" refType="w" fact="0.0974"/>
                  <dgm:constr type="h" for="ch" forName="picture6" refType="h" fact="0.1218"/>
                  <dgm:constr type="l" for="ch" forName="desTx6" refType="r" refFor="ch" refForName="parTx6"/>
                  <dgm:constr type="r" for="ch" forName="desTx6" refType="w"/>
                  <dgm:constr type="t" for="ch" forName="desTx6" refType="t" refFor="ch" refForName="parTx6"/>
                  <dgm:constr type="h" for="ch" forName="desTx6" refType="h" refFor="ch" refForName="parTx6"/>
                  <dgm:constr type="l" for="ch" forName="parTx7" refType="w" fact="0.6966"/>
                  <dgm:constr type="t" for="ch" forName="parTx7" refType="h" fact="0.1162"/>
                  <dgm:constr type="w" for="ch" forName="parTx7" refType="w" fact="0.2101"/>
                  <dgm:constr type="h" for="ch" forName="parTx7" refType="h" fact="0.0704"/>
                  <dgm:constr type="ctrX" for="ch" forName="picture7" refType="w" fact="0.6871"/>
                  <dgm:constr type="ctrY" for="ch" forName="picture7" refType="h" fact="0.1075"/>
                  <dgm:constr type="w" for="ch" forName="picture7" refType="w" fact="0.0974"/>
                  <dgm:constr type="h" for="ch" forName="picture7" refType="h" fact="0.1218"/>
                  <dgm:constr type="l" for="ch" forName="desTx7" refType="r" refFor="ch" refForName="parTx7"/>
                  <dgm:constr type="r" for="ch" forName="desTx7" refType="w"/>
                  <dgm:constr type="t" for="ch" forName="desTx7" refType="t" refFor="ch" refForName="parTx7"/>
                  <dgm:constr type="h" for="ch" forName="desTx7" refType="h" refFor="ch" refForName="parTx7"/>
                </dgm:constrLst>
              </dgm:if>
              <dgm:else name="Name67">
                <dgm:alg type="composite">
                  <dgm:param type="ar" val="1.096"/>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userD" refType="w" fact="0.0111"/>
                  <dgm:constr type="ctrX" for="ch" forName="dot1" refType="w" fact="0.4459"/>
                  <dgm:constr type="ctrY" for="ch" forName="dot1" refType="h" fact="0.8342"/>
                  <dgm:constr type="w" for="ch" forName="dot1" refType="userD"/>
                  <dgm:constr type="h" for="ch" forName="dot1" refType="userD"/>
                  <dgm:constr type="ctrX" for="ch" forName="dot2" refType="w" fact="0.4244"/>
                  <dgm:constr type="ctrY" for="ch" forName="dot2" refType="h" fact="0.8448"/>
                  <dgm:constr type="w" for="ch" forName="dot2" refType="userD"/>
                  <dgm:constr type="h" for="ch" forName="dot2" refType="userD"/>
                  <dgm:constr type="ctrX" for="ch" forName="dot3" refType="w" fact="0.4026"/>
                  <dgm:constr type="ctrY" for="ch" forName="dot3" refType="h" fact="0.8539"/>
                  <dgm:constr type="w" for="ch" forName="dot3" refType="userD"/>
                  <dgm:constr type="h" for="ch" forName="dot3" refType="userD"/>
                  <dgm:constr type="ctrX" for="ch" forName="dot4" refType="w" fact="0.3806"/>
                  <dgm:constr type="ctrY" for="ch" forName="dot4" refType="h" fact="0.8615"/>
                  <dgm:constr type="w" for="ch" forName="dot4" refType="userD"/>
                  <dgm:constr type="h" for="ch" forName="dot4" refType="userD"/>
                  <dgm:constr type="ctrX" for="ch" forName="dot5" refType="w" fact="0.3584"/>
                  <dgm:constr type="ctrY" for="ch" forName="dot5" refType="h" fact="0.8676"/>
                  <dgm:constr type="w" for="ch" forName="dot5" refType="userD"/>
                  <dgm:constr type="h" for="ch" forName="dot5" refType="userD"/>
                  <dgm:constr type="ctrX" for="ch" forName="dot6" refType="w" fact="0.5803"/>
                  <dgm:constr type="ctrY" for="ch" forName="dot6" refType="h" fact="0.7255"/>
                  <dgm:constr type="w" for="ch" forName="dot6" refType="userD"/>
                  <dgm:constr type="h" for="ch" forName="dot6" refType="userD"/>
                  <dgm:constr type="ctrX" for="ch" forName="dot7" refType="w" fact="0.5618"/>
                  <dgm:constr type="ctrY" for="ch" forName="dot7" refType="h" fact="0.7454"/>
                  <dgm:constr type="w" for="ch" forName="dot7" refType="userD"/>
                  <dgm:constr type="h" for="ch" forName="dot7" refType="userD"/>
                  <dgm:constr type="ctrX" for="ch" forName="dot8" refType="w" fact="0.6656"/>
                  <dgm:constr type="ctrY" for="ch" forName="dot8" refType="h" fact="0.6026"/>
                  <dgm:constr type="w" for="ch" forName="dot8" refType="userD"/>
                  <dgm:constr type="h" for="ch" forName="dot8" refType="userD"/>
                  <dgm:constr type="ctrX" for="ch" forName="dot9" refType="w" fact="0.7266"/>
                  <dgm:constr type="ctrY" for="ch" forName="dot9" refType="h" fact="0.4632"/>
                  <dgm:constr type="w" for="ch" forName="dot9" refType="userD"/>
                  <dgm:constr type="h" for="ch" forName="dot9" refType="userD"/>
                  <dgm:constr type="ctrX" for="ch" forName="dot10" refType="w" fact="0.7643"/>
                  <dgm:constr type="ctrY" for="ch" forName="dot10" refType="h" fact="0.3187"/>
                  <dgm:constr type="w" for="ch" forName="dot10" refType="userD"/>
                  <dgm:constr type="h" for="ch" forName="dot10" refType="userD"/>
                  <dgm:constr type="ctrX" for="ch" forName="dot11" refType="w" fact="0.7816"/>
                  <dgm:constr type="ctrY" for="ch" forName="dot11" refType="h" fact="0.1763"/>
                  <dgm:constr type="w" for="ch" forName="dot11" refType="userD"/>
                  <dgm:constr type="h" for="ch" forName="dot11" refType="userD"/>
                  <dgm:constr type="ctrX" for="ch" forName="dotArrow1" refType="w" fact="0.7558"/>
                  <dgm:constr type="ctrY" for="ch" forName="dotArrow1" refType="h" fact="-0.0099"/>
                  <dgm:constr type="w" for="ch" forName="dotArrow1" refType="userD"/>
                  <dgm:constr type="h" for="ch" forName="dotArrow1" refType="userD"/>
                  <dgm:constr type="ctrX" for="ch" forName="dotArrow2" refType="w" fact="0.7725"/>
                  <dgm:constr type="ctrY" for="ch" forName="dotArrow2" refType="h" fact="-0.0239"/>
                  <dgm:constr type="w" for="ch" forName="dotArrow2" refType="userD"/>
                  <dgm:constr type="h" for="ch" forName="dotArrow2" refType="userD"/>
                  <dgm:constr type="ctrX" for="ch" forName="dotArrow3" refType="w" fact="0.7892"/>
                  <dgm:constr type="ctrY" for="ch" forName="dotArrow3" refType="h" fact="-0.0378"/>
                  <dgm:constr type="w" for="ch" forName="dotArrow3" refType="userD"/>
                  <dgm:constr type="h" for="ch" forName="dotArrow3" refType="userD"/>
                  <dgm:constr type="ctrX" for="ch" forName="dotArrow4" refType="w" fact="0.8058"/>
                  <dgm:constr type="ctrY" for="ch" forName="dotArrow4" refType="h" fact="-0.0239"/>
                  <dgm:constr type="w" for="ch" forName="dotArrow4" refType="userD"/>
                  <dgm:constr type="h" for="ch" forName="dotArrow4" refType="userD"/>
                  <dgm:constr type="ctrX" for="ch" forName="dotArrow5" refType="w" fact="0.8225"/>
                  <dgm:constr type="ctrY" for="ch" forName="dotArrow5" refType="h" fact="-0.0099"/>
                  <dgm:constr type="w" for="ch" forName="dotArrow5" refType="userD"/>
                  <dgm:constr type="h" for="ch" forName="dotArrow5" refType="userD"/>
                  <dgm:constr type="ctrX" for="ch" forName="dotArrow6" refType="w" fact="0.7892"/>
                  <dgm:constr type="ctrY" for="ch" forName="dotArrow6" refType="h" fact="-0.0084"/>
                  <dgm:constr type="w" for="ch" forName="dotArrow6" refType="userD"/>
                  <dgm:constr type="h" for="ch" forName="dotArrow6" refType="userD"/>
                  <dgm:constr type="ctrX" for="ch" forName="dotArrow7" refType="w" fact="0.7892"/>
                  <dgm:constr type="ctrY" for="ch" forName="dotArrow7" refType="h" fact="0.0211"/>
                  <dgm:constr type="w" for="ch" forName="dotArrow7" refType="userD"/>
                  <dgm:constr type="h" for="ch" forName="dotArrow7" refType="userD"/>
                  <dgm:constr type="l" for="ch" forName="parTx1" refType="w" fact="0.2915"/>
                  <dgm:constr type="t" for="ch" forName="parTx1" refType="h" fact="0.8845"/>
                  <dgm:constr type="w" for="ch" forName="parTx1" refType="w" fact="0.2396"/>
                  <dgm:constr type="h" for="ch" forName="parTx1" refType="h" fact="0.0704"/>
                  <dgm:constr type="ctrX" for="ch" forName="picture1" refType="w" fact="0.2806"/>
                  <dgm:constr type="ctrY" for="ch" forName="picture1" refType="h" fact="0.8769"/>
                  <dgm:constr type="w" for="ch" forName="picture1" refType="w" fact="0.1111"/>
                  <dgm:constr type="h" for="ch" forName="picture1" refType="h" fact="0.1218"/>
                  <dgm:constr type="l" for="ch" forName="parTx2" refType="w" fact="0.5172"/>
                  <dgm:constr type="t" for="ch" forName="parTx2" refType="h" fact="0.7946"/>
                  <dgm:constr type="w" for="ch" forName="parTx2" refType="w" fact="0.2396"/>
                  <dgm:constr type="h" for="ch" forName="parTx2" refType="h" fact="0.0704"/>
                  <dgm:constr type="ctrX" for="ch" forName="picture2" refType="w" fact="0.5063"/>
                  <dgm:constr type="ctrY" for="ch" forName="picture2" refType="h" fact="0.787"/>
                  <dgm:constr type="w" for="ch" forName="picture2" refType="w" fact="0.1111"/>
                  <dgm:constr type="h" for="ch" forName="picture2" refType="h" fact="0.1218"/>
                  <dgm:constr type="l" for="ch" forName="parTx3" refType="w" fact="0.6285"/>
                  <dgm:constr type="t" for="ch" forName="parTx3" refType="h" fact="0.672"/>
                  <dgm:constr type="w" for="ch" forName="parTx3" refType="w" fact="0.2396"/>
                  <dgm:constr type="h" for="ch" forName="parTx3" refType="h" fact="0.0704"/>
                  <dgm:constr type="ctrX" for="ch" forName="picture3" refType="w" fact="0.6176"/>
                  <dgm:constr type="ctrY" for="ch" forName="picture3" refType="h" fact="0.6644"/>
                  <dgm:constr type="w" for="ch" forName="picture3" refType="w" fact="0.1111"/>
                  <dgm:constr type="h" for="ch" forName="picture3" refType="h" fact="0.1218"/>
                  <dgm:constr type="l" for="ch" forName="parTx4" refType="w" fact="0.6994"/>
                  <dgm:constr type="t" for="ch" forName="parTx4" refType="h" fact="0.5369"/>
                  <dgm:constr type="w" for="ch" forName="parTx4" refType="w" fact="0.2396"/>
                  <dgm:constr type="h" for="ch" forName="parTx4" refType="h" fact="0.0704"/>
                  <dgm:constr type="ctrX" for="ch" forName="picture4" refType="w" fact="0.6885"/>
                  <dgm:constr type="ctrY" for="ch" forName="picture4" refType="h" fact="0.5294"/>
                  <dgm:constr type="w" for="ch" forName="picture4" refType="w" fact="0.1111"/>
                  <dgm:constr type="h" for="ch" forName="picture4" refType="h" fact="0.1218"/>
                  <dgm:constr type="l" for="ch" forName="parTx5" refType="w" fact="0.75"/>
                  <dgm:constr type="t" for="ch" forName="parTx5" refType="h" fact="0.394"/>
                  <dgm:constr type="w" for="ch" forName="parTx5" refType="w" fact="0.2396"/>
                  <dgm:constr type="h" for="ch" forName="parTx5" refType="h" fact="0.0704"/>
                  <dgm:constr type="ctrX" for="ch" forName="picture5" refType="w" fact="0.7391"/>
                  <dgm:constr type="ctrY" for="ch" forName="picture5" refType="h" fact="0.3864"/>
                  <dgm:constr type="w" for="ch" forName="picture5" refType="w" fact="0.1111"/>
                  <dgm:constr type="h" for="ch" forName="picture5" refType="h" fact="0.1218"/>
                  <dgm:constr type="l" for="ch" forName="parTx6" refType="w" fact="0.7788"/>
                  <dgm:constr type="t" for="ch" forName="parTx6" refType="h" fact="0.252"/>
                  <dgm:constr type="w" for="ch" forName="parTx6" refType="w" fact="0.2396"/>
                  <dgm:constr type="h" for="ch" forName="parTx6" refType="h" fact="0.0704"/>
                  <dgm:constr type="ctrX" for="ch" forName="picture6" refType="w" fact="0.7679"/>
                  <dgm:constr type="ctrY" for="ch" forName="picture6" refType="h" fact="0.2444"/>
                  <dgm:constr type="w" for="ch" forName="picture6" refType="w" fact="0.1111"/>
                  <dgm:constr type="h" for="ch" forName="picture6" refType="h" fact="0.1218"/>
                  <dgm:constr type="l" for="ch" forName="parTx7" refType="w" fact="0.7945"/>
                  <dgm:constr type="t" for="ch" forName="parTx7" refType="h" fact="0.1151"/>
                  <dgm:constr type="w" for="ch" forName="parTx7" refType="w" fact="0.2396"/>
                  <dgm:constr type="h" for="ch" forName="parTx7" refType="h" fact="0.0704"/>
                  <dgm:constr type="ctrX" for="ch" forName="picture7" refType="w" fact="0.7836"/>
                  <dgm:constr type="ctrY" for="ch" forName="picture7" refType="h" fact="0.1075"/>
                  <dgm:constr type="w" for="ch" forName="picture7" refType="w" fact="0.1111"/>
                  <dgm:constr type="h" for="ch" forName="picture7" refType="h" fact="0.1218"/>
                </dgm:constrLst>
              </dgm:else>
            </dgm:choose>
          </dgm:if>
          <dgm:else name="Name68">
            <dgm:choose name="Name69">
              <dgm:if name="Name70" axis="des" func="maxDepth" op="gt" val="1">
                <dgm:alg type="composite">
                  <dgm:param type="ar" val="1.2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primFontSz" for="ch" forName="desTx7" refType="primFontSz" refFor="ch" refForName="desTx1" op="equ"/>
                  <dgm:constr type="userD" refType="w" fact="0.0097"/>
                  <dgm:constr type="ctrX" for="ch" forName="dot1" refType="w" fact="0.6091"/>
                  <dgm:constr type="ctrY" for="ch" forName="dot1" refType="h" fact="0.8342"/>
                  <dgm:constr type="w" for="ch" forName="dot1" refType="userD"/>
                  <dgm:constr type="h" for="ch" forName="dot1" refType="userD"/>
                  <dgm:constr type="ctrX" for="ch" forName="dot2" refType="w" fact="0.6279"/>
                  <dgm:constr type="ctrY" for="ch" forName="dot2" refType="h" fact="0.8448"/>
                  <dgm:constr type="w" for="ch" forName="dot2" refType="userD"/>
                  <dgm:constr type="h" for="ch" forName="dot2" refType="userD"/>
                  <dgm:constr type="ctrX" for="ch" forName="dot3" refType="w" fact="0.647"/>
                  <dgm:constr type="ctrY" for="ch" forName="dot3" refType="h" fact="0.8539"/>
                  <dgm:constr type="w" for="ch" forName="dot3" refType="userD"/>
                  <dgm:constr type="h" for="ch" forName="dot3" refType="userD"/>
                  <dgm:constr type="ctrX" for="ch" forName="dot4" refType="w" fact="0.6663"/>
                  <dgm:constr type="ctrY" for="ch" forName="dot4" refType="h" fact="0.8615"/>
                  <dgm:constr type="w" for="ch" forName="dot4" refType="userD"/>
                  <dgm:constr type="h" for="ch" forName="dot4" refType="userD"/>
                  <dgm:constr type="ctrX" for="ch" forName="dot5" refType="w" fact="0.6858"/>
                  <dgm:constr type="ctrY" for="ch" forName="dot5" refType="h" fact="0.8676"/>
                  <dgm:constr type="w" for="ch" forName="dot5" refType="userD"/>
                  <dgm:constr type="h" for="ch" forName="dot5" refType="userD"/>
                  <dgm:constr type="ctrX" for="ch" forName="dot6" refType="w" fact="0.4912"/>
                  <dgm:constr type="ctrY" for="ch" forName="dot6" refType="h" fact="0.7255"/>
                  <dgm:constr type="w" for="ch" forName="dot6" refType="userD"/>
                  <dgm:constr type="h" for="ch" forName="dot6" refType="userD"/>
                  <dgm:constr type="ctrX" for="ch" forName="dot7" refType="w" fact="0.5074"/>
                  <dgm:constr type="ctrY" for="ch" forName="dot7" refType="h" fact="0.7454"/>
                  <dgm:constr type="w" for="ch" forName="dot7" refType="userD"/>
                  <dgm:constr type="h" for="ch" forName="dot7" refType="userD"/>
                  <dgm:constr type="ctrX" for="ch" forName="dot8" refType="w" fact="0.4164"/>
                  <dgm:constr type="ctrY" for="ch" forName="dot8" refType="h" fact="0.6026"/>
                  <dgm:constr type="w" for="ch" forName="dot8" refType="userD"/>
                  <dgm:constr type="h" for="ch" forName="dot8" refType="userD"/>
                  <dgm:constr type="ctrX" for="ch" forName="dot9" refType="w" fact="0.3629"/>
                  <dgm:constr type="ctrY" for="ch" forName="dot9" refType="h" fact="0.4632"/>
                  <dgm:constr type="w" for="ch" forName="dot9" refType="userD"/>
                  <dgm:constr type="h" for="ch" forName="dot9" refType="userD"/>
                  <dgm:constr type="ctrX" for="ch" forName="dot10" refType="w" fact="0.3299"/>
                  <dgm:constr type="ctrY" for="ch" forName="dot10" refType="h" fact="0.3187"/>
                  <dgm:constr type="w" for="ch" forName="dot10" refType="userD"/>
                  <dgm:constr type="h" for="ch" forName="dot10" refType="userD"/>
                  <dgm:constr type="ctrX" for="ch" forName="dot11" refType="w" fact="0.3147"/>
                  <dgm:constr type="ctrY" for="ch" forName="dot11" refType="h" fact="0.1763"/>
                  <dgm:constr type="w" for="ch" forName="dot11" refType="userD"/>
                  <dgm:constr type="h" for="ch" forName="dot11" refType="userD"/>
                  <dgm:constr type="ctrX" for="ch" forName="dotArrow1" refType="w" fact="0.3373"/>
                  <dgm:constr type="ctrY" for="ch" forName="dotArrow1" refType="h" fact="-0.0099"/>
                  <dgm:constr type="w" for="ch" forName="dotArrow1" refType="userD"/>
                  <dgm:constr type="h" for="ch" forName="dotArrow1" refType="userD"/>
                  <dgm:constr type="ctrX" for="ch" forName="dotArrow2" refType="w" fact="0.3227"/>
                  <dgm:constr type="ctrY" for="ch" forName="dotArrow2" refType="h" fact="-0.0239"/>
                  <dgm:constr type="w" for="ch" forName="dotArrow2" refType="userD"/>
                  <dgm:constr type="h" for="ch" forName="dotArrow2" refType="userD"/>
                  <dgm:constr type="ctrX" for="ch" forName="dotArrow3" refType="w" fact="0.3081"/>
                  <dgm:constr type="ctrY" for="ch" forName="dotArrow3" refType="h" fact="-0.0378"/>
                  <dgm:constr type="w" for="ch" forName="dotArrow3" refType="userD"/>
                  <dgm:constr type="h" for="ch" forName="dotArrow3" refType="userD"/>
                  <dgm:constr type="ctrX" for="ch" forName="dotArrow4" refType="w" fact="0.2935"/>
                  <dgm:constr type="ctrY" for="ch" forName="dotArrow4" refType="h" fact="-0.0239"/>
                  <dgm:constr type="w" for="ch" forName="dotArrow4" refType="userD"/>
                  <dgm:constr type="h" for="ch" forName="dotArrow4" refType="userD"/>
                  <dgm:constr type="ctrX" for="ch" forName="dotArrow5" refType="w" fact="0.2788"/>
                  <dgm:constr type="ctrY" for="ch" forName="dotArrow5" refType="h" fact="-0.0099"/>
                  <dgm:constr type="w" for="ch" forName="dotArrow5" refType="userD"/>
                  <dgm:constr type="h" for="ch" forName="dotArrow5" refType="userD"/>
                  <dgm:constr type="ctrX" for="ch" forName="dotArrow6" refType="w" fact="0.3081"/>
                  <dgm:constr type="ctrY" for="ch" forName="dotArrow6" refType="h" fact="-0.0084"/>
                  <dgm:constr type="w" for="ch" forName="dotArrow6" refType="userD"/>
                  <dgm:constr type="h" for="ch" forName="dotArrow6" refType="userD"/>
                  <dgm:constr type="ctrX" for="ch" forName="dotArrow7" refType="w" fact="0.3081"/>
                  <dgm:constr type="ctrY" for="ch" forName="dotArrow7" refType="h" fact="0.0211"/>
                  <dgm:constr type="w" for="ch" forName="dotArrow7" refType="userD"/>
                  <dgm:constr type="h" for="ch" forName="dotArrow7" refType="userD"/>
                  <dgm:constr type="r" for="ch" forName="parTx1" refType="w" fact="0.7444"/>
                  <dgm:constr type="t" for="ch" forName="parTx1" refType="h" fact="0.8856"/>
                  <dgm:constr type="w" for="ch" forName="parTx1" refType="w" fact="0.2101"/>
                  <dgm:constr type="h" for="ch" forName="parTx1" refType="h" fact="0.0704"/>
                  <dgm:constr type="ctrX" for="ch" forName="picture1" refType="w" fact="0.754"/>
                  <dgm:constr type="ctrY" for="ch" forName="picture1" refType="h" fact="0.8769"/>
                  <dgm:constr type="w" for="ch" forName="picture1" refType="w" fact="0.0974"/>
                  <dgm:constr type="h" for="ch" forName="picture1" refType="h" fact="0.1218"/>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5465"/>
                  <dgm:constr type="t" for="ch" forName="parTx2" refType="h" fact="0.7956"/>
                  <dgm:constr type="w" for="ch" forName="parTx2" refType="w" fact="0.2101"/>
                  <dgm:constr type="h" for="ch" forName="parTx2" refType="h" fact="0.0704"/>
                  <dgm:constr type="ctrX" for="ch" forName="picture2" refType="w" fact="0.5561"/>
                  <dgm:constr type="ctrY" for="ch" forName="picture2" refType="h" fact="0.787"/>
                  <dgm:constr type="w" for="ch" forName="picture2" refType="w" fact="0.0974"/>
                  <dgm:constr type="h" for="ch" forName="picture2" refType="h" fact="0.1218"/>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489"/>
                  <dgm:constr type="t" for="ch" forName="parTx3" refType="h" fact="0.673"/>
                  <dgm:constr type="w" for="ch" forName="parTx3" refType="w" fact="0.2101"/>
                  <dgm:constr type="h" for="ch" forName="parTx3" refType="h" fact="0.0704"/>
                  <dgm:constr type="ctrX" for="ch" forName="picture3" refType="w" fact="0.4585"/>
                  <dgm:constr type="ctrY" for="ch" forName="picture3" refType="h" fact="0.6644"/>
                  <dgm:constr type="w" for="ch" forName="picture3" refType="w" fact="0.0974"/>
                  <dgm:constr type="h" for="ch" forName="picture3" refType="h" fact="0.1218"/>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3868"/>
                  <dgm:constr type="t" for="ch" forName="parTx4" refType="h" fact="0.538"/>
                  <dgm:constr type="w" for="ch" forName="parTx4" refType="w" fact="0.2101"/>
                  <dgm:constr type="h" for="ch" forName="parTx4" refType="h" fact="0.0704"/>
                  <dgm:constr type="ctrX" for="ch" forName="picture4" refType="w" fact="0.3963"/>
                  <dgm:constr type="ctrY" for="ch" forName="picture4" refType="h" fact="0.5294"/>
                  <dgm:constr type="w" for="ch" forName="picture4" refType="w" fact="0.0974"/>
                  <dgm:constr type="h" for="ch" forName="picture4" refType="h" fact="0.1218"/>
                  <dgm:constr type="r" for="ch" forName="desTx4" refType="l" refFor="ch" refForName="parTx4"/>
                  <dgm:constr type="l" for="ch" forName="desTx4"/>
                  <dgm:constr type="t" for="ch" forName="desTx4" refType="t" refFor="ch" refForName="parTx4"/>
                  <dgm:constr type="h" for="ch" forName="desTx4" refType="h" refFor="ch" refForName="parTx4"/>
                  <dgm:constr type="r" for="ch" forName="parTx5" refType="w" fact="0.3424"/>
                  <dgm:constr type="t" for="ch" forName="parTx5" refType="h" fact="0.3951"/>
                  <dgm:constr type="w" for="ch" forName="parTx5" refType="w" fact="0.2101"/>
                  <dgm:constr type="h" for="ch" forName="parTx5" refType="h" fact="0.0704"/>
                  <dgm:constr type="ctrX" for="ch" forName="picture5" refType="w" fact="0.352"/>
                  <dgm:constr type="ctrY" for="ch" forName="picture5" refType="h" fact="0.3864"/>
                  <dgm:constr type="w" for="ch" forName="picture5" refType="w" fact="0.0974"/>
                  <dgm:constr type="h" for="ch" forName="picture5" refType="h" fact="0.1218"/>
                  <dgm:constr type="r" for="ch" forName="desTx5" refType="l" refFor="ch" refForName="parTx5"/>
                  <dgm:constr type="l" for="ch" forName="desTx5"/>
                  <dgm:constr type="t" for="ch" forName="desTx5" refType="t" refFor="ch" refForName="parTx5"/>
                  <dgm:constr type="h" for="ch" forName="desTx5" refType="h" refFor="ch" refForName="parTx5"/>
                  <dgm:constr type="r" for="ch" forName="parTx6" refType="w" fact="0.3172"/>
                  <dgm:constr type="t" for="ch" forName="parTx6" refType="h" fact="0.2531"/>
                  <dgm:constr type="w" for="ch" forName="parTx6" refType="w" fact="0.2101"/>
                  <dgm:constr type="h" for="ch" forName="parTx6" refType="h" fact="0.0704"/>
                  <dgm:constr type="ctrX" for="ch" forName="picture6" refType="w" fact="0.3267"/>
                  <dgm:constr type="ctrY" for="ch" forName="picture6" refType="h" fact="0.2444"/>
                  <dgm:constr type="w" for="ch" forName="picture6" refType="w" fact="0.0974"/>
                  <dgm:constr type="h" for="ch" forName="picture6" refType="h" fact="0.1218"/>
                  <dgm:constr type="r" for="ch" forName="desTx6" refType="l" refFor="ch" refForName="parTx6"/>
                  <dgm:constr type="l" for="ch" forName="desTx6"/>
                  <dgm:constr type="t" for="ch" forName="desTx6" refType="t" refFor="ch" refForName="parTx6"/>
                  <dgm:constr type="h" for="ch" forName="desTx6" refType="h" refFor="ch" refForName="parTx6"/>
                  <dgm:constr type="r" for="ch" forName="parTx7" refType="w" fact="0.3034"/>
                  <dgm:constr type="t" for="ch" forName="parTx7" refType="h" fact="0.1162"/>
                  <dgm:constr type="w" for="ch" forName="parTx7" refType="w" fact="0.2101"/>
                  <dgm:constr type="h" for="ch" forName="parTx7" refType="h" fact="0.0704"/>
                  <dgm:constr type="ctrX" for="ch" forName="picture7" refType="w" fact="0.3129"/>
                  <dgm:constr type="ctrY" for="ch" forName="picture7" refType="h" fact="0.1075"/>
                  <dgm:constr type="w" for="ch" forName="picture7" refType="w" fact="0.0974"/>
                  <dgm:constr type="h" for="ch" forName="picture7" refType="h" fact="0.1218"/>
                  <dgm:constr type="r" for="ch" forName="desTx7" refType="l" refFor="ch" refForName="parTx7"/>
                  <dgm:constr type="l" for="ch" forName="desTx7"/>
                  <dgm:constr type="t" for="ch" forName="desTx7" refType="t" refFor="ch" refForName="parTx7"/>
                  <dgm:constr type="h" for="ch" forName="desTx7" refType="h" refFor="ch" refForName="parTx7"/>
                </dgm:constrLst>
              </dgm:if>
              <dgm:else name="Name71">
                <dgm:alg type="composite">
                  <dgm:param type="ar" val="1.096"/>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userD" refType="w" fact="0.0111"/>
                  <dgm:constr type="ctrX" for="ch" forName="dot1" refType="w" fact="0.5541"/>
                  <dgm:constr type="ctrY" for="ch" forName="dot1" refType="h" fact="0.8342"/>
                  <dgm:constr type="w" for="ch" forName="dot1" refType="userD"/>
                  <dgm:constr type="h" for="ch" forName="dot1" refType="userD"/>
                  <dgm:constr type="ctrX" for="ch" forName="dot2" refType="w" fact="0.5756"/>
                  <dgm:constr type="ctrY" for="ch" forName="dot2" refType="h" fact="0.8448"/>
                  <dgm:constr type="w" for="ch" forName="dot2" refType="userD"/>
                  <dgm:constr type="h" for="ch" forName="dot2" refType="userD"/>
                  <dgm:constr type="ctrX" for="ch" forName="dot3" refType="w" fact="0.5974"/>
                  <dgm:constr type="ctrY" for="ch" forName="dot3" refType="h" fact="0.8539"/>
                  <dgm:constr type="w" for="ch" forName="dot3" refType="userD"/>
                  <dgm:constr type="h" for="ch" forName="dot3" refType="userD"/>
                  <dgm:constr type="ctrX" for="ch" forName="dot4" refType="w" fact="0.6194"/>
                  <dgm:constr type="ctrY" for="ch" forName="dot4" refType="h" fact="0.8615"/>
                  <dgm:constr type="w" for="ch" forName="dot4" refType="userD"/>
                  <dgm:constr type="h" for="ch" forName="dot4" refType="userD"/>
                  <dgm:constr type="ctrX" for="ch" forName="dot5" refType="w" fact="0.6416"/>
                  <dgm:constr type="ctrY" for="ch" forName="dot5" refType="h" fact="0.8676"/>
                  <dgm:constr type="w" for="ch" forName="dot5" refType="userD"/>
                  <dgm:constr type="h" for="ch" forName="dot5" refType="userD"/>
                  <dgm:constr type="ctrX" for="ch" forName="dot6" refType="w" fact="0.4197"/>
                  <dgm:constr type="ctrY" for="ch" forName="dot6" refType="h" fact="0.7255"/>
                  <dgm:constr type="w" for="ch" forName="dot6" refType="userD"/>
                  <dgm:constr type="h" for="ch" forName="dot6" refType="userD"/>
                  <dgm:constr type="ctrX" for="ch" forName="dot7" refType="w" fact="0.4382"/>
                  <dgm:constr type="ctrY" for="ch" forName="dot7" refType="h" fact="0.7454"/>
                  <dgm:constr type="w" for="ch" forName="dot7" refType="userD"/>
                  <dgm:constr type="h" for="ch" forName="dot7" refType="userD"/>
                  <dgm:constr type="ctrX" for="ch" forName="dot8" refType="w" fact="0.3344"/>
                  <dgm:constr type="ctrY" for="ch" forName="dot8" refType="h" fact="0.6026"/>
                  <dgm:constr type="w" for="ch" forName="dot8" refType="userD"/>
                  <dgm:constr type="h" for="ch" forName="dot8" refType="userD"/>
                  <dgm:constr type="ctrX" for="ch" forName="dot9" refType="w" fact="0.2734"/>
                  <dgm:constr type="ctrY" for="ch" forName="dot9" refType="h" fact="0.4632"/>
                  <dgm:constr type="w" for="ch" forName="dot9" refType="userD"/>
                  <dgm:constr type="h" for="ch" forName="dot9" refType="userD"/>
                  <dgm:constr type="ctrX" for="ch" forName="dot10" refType="w" fact="0.2357"/>
                  <dgm:constr type="ctrY" for="ch" forName="dot10" refType="h" fact="0.3187"/>
                  <dgm:constr type="w" for="ch" forName="dot10" refType="userD"/>
                  <dgm:constr type="h" for="ch" forName="dot10" refType="userD"/>
                  <dgm:constr type="ctrX" for="ch" forName="dot11" refType="w" fact="0.2184"/>
                  <dgm:constr type="ctrY" for="ch" forName="dot11" refType="h" fact="0.1763"/>
                  <dgm:constr type="w" for="ch" forName="dot11" refType="userD"/>
                  <dgm:constr type="h" for="ch" forName="dot11" refType="userD"/>
                  <dgm:constr type="ctrX" for="ch" forName="dotArrow1" refType="w" fact="0.2442"/>
                  <dgm:constr type="ctrY" for="ch" forName="dotArrow1" refType="h" fact="-0.0099"/>
                  <dgm:constr type="w" for="ch" forName="dotArrow1" refType="userD"/>
                  <dgm:constr type="h" for="ch" forName="dotArrow1" refType="userD"/>
                  <dgm:constr type="ctrX" for="ch" forName="dotArrow2" refType="w" fact="0.2275"/>
                  <dgm:constr type="ctrY" for="ch" forName="dotArrow2" refType="h" fact="-0.0239"/>
                  <dgm:constr type="w" for="ch" forName="dotArrow2" refType="userD"/>
                  <dgm:constr type="h" for="ch" forName="dotArrow2" refType="userD"/>
                  <dgm:constr type="ctrX" for="ch" forName="dotArrow3" refType="w" fact="0.2108"/>
                  <dgm:constr type="ctrY" for="ch" forName="dotArrow3" refType="h" fact="-0.0378"/>
                  <dgm:constr type="w" for="ch" forName="dotArrow3" refType="userD"/>
                  <dgm:constr type="h" for="ch" forName="dotArrow3" refType="userD"/>
                  <dgm:constr type="ctrX" for="ch" forName="dotArrow4" refType="w" fact="0.1942"/>
                  <dgm:constr type="ctrY" for="ch" forName="dotArrow4" refType="h" fact="-0.0239"/>
                  <dgm:constr type="w" for="ch" forName="dotArrow4" refType="userD"/>
                  <dgm:constr type="h" for="ch" forName="dotArrow4" refType="userD"/>
                  <dgm:constr type="ctrX" for="ch" forName="dotArrow5" refType="w" fact="0.1775"/>
                  <dgm:constr type="ctrY" for="ch" forName="dotArrow5" refType="h" fact="-0.0099"/>
                  <dgm:constr type="w" for="ch" forName="dotArrow5" refType="userD"/>
                  <dgm:constr type="h" for="ch" forName="dotArrow5" refType="userD"/>
                  <dgm:constr type="ctrX" for="ch" forName="dotArrow6" refType="w" fact="0.2108"/>
                  <dgm:constr type="ctrY" for="ch" forName="dotArrow6" refType="h" fact="-0.0084"/>
                  <dgm:constr type="w" for="ch" forName="dotArrow6" refType="userD"/>
                  <dgm:constr type="h" for="ch" forName="dotArrow6" refType="userD"/>
                  <dgm:constr type="ctrX" for="ch" forName="dotArrow7" refType="w" fact="0.2108"/>
                  <dgm:constr type="ctrY" for="ch" forName="dotArrow7" refType="h" fact="0.0211"/>
                  <dgm:constr type="w" for="ch" forName="dotArrow7" refType="userD"/>
                  <dgm:constr type="h" for="ch" forName="dotArrow7" refType="userD"/>
                  <dgm:constr type="r" for="ch" forName="parTx1" refType="w" fact="0.7085"/>
                  <dgm:constr type="t" for="ch" forName="parTx1" refType="h" fact="0.8845"/>
                  <dgm:constr type="w" for="ch" forName="parTx1" refType="w" fact="0.2396"/>
                  <dgm:constr type="h" for="ch" forName="parTx1" refType="h" fact="0.0704"/>
                  <dgm:constr type="ctrX" for="ch" forName="picture1" refType="w" fact="0.7194"/>
                  <dgm:constr type="ctrY" for="ch" forName="picture1" refType="h" fact="0.8769"/>
                  <dgm:constr type="w" for="ch" forName="picture1" refType="w" fact="0.1111"/>
                  <dgm:constr type="h" for="ch" forName="picture1" refType="h" fact="0.1218"/>
                  <dgm:constr type="r" for="ch" forName="parTx2" refType="w" fact="0.4828"/>
                  <dgm:constr type="t" for="ch" forName="parTx2" refType="h" fact="0.7946"/>
                  <dgm:constr type="w" for="ch" forName="parTx2" refType="w" fact="0.2396"/>
                  <dgm:constr type="h" for="ch" forName="parTx2" refType="h" fact="0.0704"/>
                  <dgm:constr type="ctrX" for="ch" forName="picture2" refType="w" fact="0.4937"/>
                  <dgm:constr type="ctrY" for="ch" forName="picture2" refType="h" fact="0.787"/>
                  <dgm:constr type="w" for="ch" forName="picture2" refType="w" fact="0.1111"/>
                  <dgm:constr type="h" for="ch" forName="picture2" refType="h" fact="0.1218"/>
                  <dgm:constr type="r" for="ch" forName="parTx3" refType="w" fact="0.3715"/>
                  <dgm:constr type="t" for="ch" forName="parTx3" refType="h" fact="0.672"/>
                  <dgm:constr type="w" for="ch" forName="parTx3" refType="w" fact="0.2396"/>
                  <dgm:constr type="h" for="ch" forName="parTx3" refType="h" fact="0.0704"/>
                  <dgm:constr type="ctrX" for="ch" forName="picture3" refType="w" fact="0.3824"/>
                  <dgm:constr type="ctrY" for="ch" forName="picture3" refType="h" fact="0.6644"/>
                  <dgm:constr type="w" for="ch" forName="picture3" refType="w" fact="0.1111"/>
                  <dgm:constr type="h" for="ch" forName="picture3" refType="h" fact="0.1218"/>
                  <dgm:constr type="r" for="ch" forName="parTx4" refType="w" fact="0.3006"/>
                  <dgm:constr type="t" for="ch" forName="parTx4" refType="h" fact="0.5369"/>
                  <dgm:constr type="w" for="ch" forName="parTx4" refType="w" fact="0.2396"/>
                  <dgm:constr type="h" for="ch" forName="parTx4" refType="h" fact="0.0704"/>
                  <dgm:constr type="ctrX" for="ch" forName="picture4" refType="w" fact="0.3115"/>
                  <dgm:constr type="ctrY" for="ch" forName="picture4" refType="h" fact="0.5294"/>
                  <dgm:constr type="w" for="ch" forName="picture4" refType="w" fact="0.1111"/>
                  <dgm:constr type="h" for="ch" forName="picture4" refType="h" fact="0.1218"/>
                  <dgm:constr type="r" for="ch" forName="parTx5" refType="w" fact="0.25"/>
                  <dgm:constr type="t" for="ch" forName="parTx5" refType="h" fact="0.394"/>
                  <dgm:constr type="w" for="ch" forName="parTx5" refType="w" fact="0.2396"/>
                  <dgm:constr type="h" for="ch" forName="parTx5" refType="h" fact="0.0704"/>
                  <dgm:constr type="ctrX" for="ch" forName="picture5" refType="w" fact="0.2609"/>
                  <dgm:constr type="ctrY" for="ch" forName="picture5" refType="h" fact="0.3864"/>
                  <dgm:constr type="w" for="ch" forName="picture5" refType="w" fact="0.1111"/>
                  <dgm:constr type="h" for="ch" forName="picture5" refType="h" fact="0.1218"/>
                  <dgm:constr type="r" for="ch" forName="parTx6" refType="w" fact="0.2212"/>
                  <dgm:constr type="t" for="ch" forName="parTx6" refType="h" fact="0.252"/>
                  <dgm:constr type="w" for="ch" forName="parTx6" refType="w" fact="0.2396"/>
                  <dgm:constr type="h" for="ch" forName="parTx6" refType="h" fact="0.0704"/>
                  <dgm:constr type="ctrX" for="ch" forName="picture6" refType="w" fact="0.2321"/>
                  <dgm:constr type="ctrY" for="ch" forName="picture6" refType="h" fact="0.2444"/>
                  <dgm:constr type="w" for="ch" forName="picture6" refType="w" fact="0.1111"/>
                  <dgm:constr type="h" for="ch" forName="picture6" refType="h" fact="0.1218"/>
                  <dgm:constr type="r" for="ch" forName="parTx7" refType="w" fact="0.2055"/>
                  <dgm:constr type="t" for="ch" forName="parTx7" refType="h" fact="0.1151"/>
                  <dgm:constr type="w" for="ch" forName="parTx7" refType="w" fact="0.2396"/>
                  <dgm:constr type="h" for="ch" forName="parTx7" refType="h" fact="0.0704"/>
                  <dgm:constr type="ctrX" for="ch" forName="picture7" refType="w" fact="0.2164"/>
                  <dgm:constr type="ctrY" for="ch" forName="picture7" refType="h" fact="0.1075"/>
                  <dgm:constr type="w" for="ch" forName="picture7" refType="w" fact="0.1111"/>
                  <dgm:constr type="h" for="ch" forName="picture7" refType="h" fact="0.1218"/>
                </dgm:constrLst>
              </dgm:else>
            </dgm:choose>
          </dgm:else>
        </dgm:choose>
      </dgm:else>
    </dgm:choose>
    <dgm:forEach name="wrapper" axis="self" ptType="parTrans">
      <dgm:forEach name="wrapper2" axis="self" ptType="sibTrans" st="2">
        <dgm:forEach name="imageRepeat" axis="self">
          <dgm:layoutNode name="imageRepeatNode" styleLbl="fgImgPlace1">
            <dgm:alg type="sp"/>
            <dgm:shape xmlns:r="http://schemas.openxmlformats.org/officeDocument/2006/relationships" type="ellipse" r:blip="" blipPhldr="1">
              <dgm:adjLst/>
            </dgm:shape>
            <dgm:presOf axis="self"/>
          </dgm:layoutNode>
        </dgm:forEach>
      </dgm:forEach>
    </dgm:forEach>
    <dgm:choose name="Name72">
      <dgm:if name="Name73" axis="ch" ptType="node" func="cnt" op="gte" val="2">
        <dgm:layoutNode name="dot1" styleLbl="alignNode1">
          <dgm:alg type="sp"/>
          <dgm:shape xmlns:r="http://schemas.openxmlformats.org/officeDocument/2006/relationships" type="ellipse" r:blip="">
            <dgm:adjLst/>
          </dgm:shape>
          <dgm:presOf/>
        </dgm:layoutNode>
        <dgm:layoutNode name="dot2" styleLbl="alignNode1">
          <dgm:alg type="sp"/>
          <dgm:shape xmlns:r="http://schemas.openxmlformats.org/officeDocument/2006/relationships" type="ellipse" r:blip="">
            <dgm:adjLst/>
          </dgm:shape>
          <dgm:presOf/>
        </dgm:layoutNode>
        <dgm:layoutNode name="dot3" styleLbl="alignNode1">
          <dgm:alg type="sp"/>
          <dgm:shape xmlns:r="http://schemas.openxmlformats.org/officeDocument/2006/relationships" type="ellipse" r:blip="">
            <dgm:adjLst/>
          </dgm:shape>
          <dgm:presOf/>
        </dgm:layoutNode>
      </dgm:if>
      <dgm:else name="Name74"/>
    </dgm:choose>
    <dgm:choose name="Name75">
      <dgm:if name="Name76" axis="ch" ptType="node" func="cnt" op="gte" val="3">
        <dgm:layoutNode name="dot4" styleLbl="alignNode1">
          <dgm:alg type="sp"/>
          <dgm:shape xmlns:r="http://schemas.openxmlformats.org/officeDocument/2006/relationships" type="ellipse" r:blip="">
            <dgm:adjLst/>
          </dgm:shape>
          <dgm:presOf/>
        </dgm:layoutNode>
        <dgm:layoutNode name="dot5" styleLbl="alignNode1">
          <dgm:alg type="sp"/>
          <dgm:shape xmlns:r="http://schemas.openxmlformats.org/officeDocument/2006/relationships" type="ellipse" r:blip="">
            <dgm:adjLst/>
          </dgm:shape>
          <dgm:presOf/>
        </dgm:layoutNode>
      </dgm:if>
      <dgm:else name="Name77"/>
    </dgm:choose>
    <dgm:choose name="Name78">
      <dgm:if name="Name79" axis="ch" ptType="node" func="cnt" op="gte" val="4">
        <dgm:layoutNode name="dot6" styleLbl="alignNode1">
          <dgm:alg type="sp"/>
          <dgm:shape xmlns:r="http://schemas.openxmlformats.org/officeDocument/2006/relationships" type="ellipse" r:blip="">
            <dgm:adjLst/>
          </dgm:shape>
          <dgm:presOf/>
        </dgm:layoutNode>
      </dgm:if>
      <dgm:else name="Name80"/>
    </dgm:choose>
    <dgm:choose name="Name81">
      <dgm:if name="Name82" axis="ch" ptType="node" func="cnt" op="gte" val="5">
        <dgm:layoutNode name="dot7" styleLbl="alignNode1">
          <dgm:alg type="sp"/>
          <dgm:shape xmlns:r="http://schemas.openxmlformats.org/officeDocument/2006/relationships" type="ellipse" r:blip="">
            <dgm:adjLst/>
          </dgm:shape>
          <dgm:presOf/>
        </dgm:layoutNode>
        <dgm:layoutNode name="dot8" styleLbl="alignNode1">
          <dgm:alg type="sp"/>
          <dgm:shape xmlns:r="http://schemas.openxmlformats.org/officeDocument/2006/relationships" type="ellipse" r:blip="">
            <dgm:adjLst/>
          </dgm:shape>
          <dgm:presOf/>
        </dgm:layoutNode>
      </dgm:if>
      <dgm:else name="Name83"/>
    </dgm:choose>
    <dgm:choose name="Name84">
      <dgm:if name="Name85" axis="ch" ptType="node" func="cnt" op="gte" val="6">
        <dgm:layoutNode name="dot9" styleLbl="alignNode1">
          <dgm:alg type="sp"/>
          <dgm:shape xmlns:r="http://schemas.openxmlformats.org/officeDocument/2006/relationships" type="ellipse" r:blip="">
            <dgm:adjLst/>
          </dgm:shape>
          <dgm:presOf/>
        </dgm:layoutNode>
        <dgm:layoutNode name="dot10" styleLbl="alignNode1">
          <dgm:alg type="sp"/>
          <dgm:shape xmlns:r="http://schemas.openxmlformats.org/officeDocument/2006/relationships" type="ellipse" r:blip="">
            <dgm:adjLst/>
          </dgm:shape>
          <dgm:presOf/>
        </dgm:layoutNode>
      </dgm:if>
      <dgm:else name="Name86"/>
    </dgm:choose>
    <dgm:choose name="Name87">
      <dgm:if name="Name88" axis="ch" ptType="node" func="cnt" op="gte" val="7">
        <dgm:layoutNode name="dot11" styleLbl="alignNode1">
          <dgm:alg type="sp"/>
          <dgm:shape xmlns:r="http://schemas.openxmlformats.org/officeDocument/2006/relationships" type="ellipse" r:blip="">
            <dgm:adjLst/>
          </dgm:shape>
          <dgm:presOf/>
        </dgm:layoutNode>
      </dgm:if>
      <dgm:else name="Name89"/>
    </dgm:choose>
    <dgm:choose name="Name90">
      <dgm:if name="Name91" axis="ch" ptType="node" func="cnt" op="gte" val="2">
        <dgm:layoutNode name="dotArrow1" styleLbl="alignNode1">
          <dgm:alg type="sp"/>
          <dgm:shape xmlns:r="http://schemas.openxmlformats.org/officeDocument/2006/relationships" type="ellipse" r:blip="">
            <dgm:adjLst/>
          </dgm:shape>
          <dgm:presOf/>
        </dgm:layoutNode>
        <dgm:layoutNode name="dotArrow2" styleLbl="alignNode1">
          <dgm:alg type="sp"/>
          <dgm:shape xmlns:r="http://schemas.openxmlformats.org/officeDocument/2006/relationships" type="ellipse" r:blip="">
            <dgm:adjLst/>
          </dgm:shape>
          <dgm:presOf/>
        </dgm:layoutNode>
        <dgm:layoutNode name="dotArrow3" styleLbl="alignNode1">
          <dgm:alg type="sp"/>
          <dgm:shape xmlns:r="http://schemas.openxmlformats.org/officeDocument/2006/relationships" type="ellipse" r:blip="">
            <dgm:adjLst/>
          </dgm:shape>
          <dgm:presOf/>
        </dgm:layoutNode>
        <dgm:layoutNode name="dotArrow4" styleLbl="alignNode1">
          <dgm:alg type="sp"/>
          <dgm:shape xmlns:r="http://schemas.openxmlformats.org/officeDocument/2006/relationships" type="ellipse" r:blip="">
            <dgm:adjLst/>
          </dgm:shape>
          <dgm:presOf/>
        </dgm:layoutNode>
        <dgm:layoutNode name="dotArrow5" styleLbl="alignNode1">
          <dgm:alg type="sp"/>
          <dgm:shape xmlns:r="http://schemas.openxmlformats.org/officeDocument/2006/relationships" type="ellipse" r:blip="">
            <dgm:adjLst/>
          </dgm:shape>
          <dgm:presOf/>
        </dgm:layoutNode>
        <dgm:layoutNode name="dotArrow6" styleLbl="alignNode1">
          <dgm:alg type="sp"/>
          <dgm:shape xmlns:r="http://schemas.openxmlformats.org/officeDocument/2006/relationships" type="ellipse" r:blip="">
            <dgm:adjLst/>
          </dgm:shape>
          <dgm:presOf/>
        </dgm:layoutNode>
        <dgm:layoutNode name="dotArrow7" styleLbl="alignNode1">
          <dgm:alg type="sp"/>
          <dgm:shape xmlns:r="http://schemas.openxmlformats.org/officeDocument/2006/relationships" type="ellipse" r:blip="">
            <dgm:adjLst/>
          </dgm:shape>
          <dgm:presOf/>
        </dgm:layoutNode>
      </dgm:if>
      <dgm:else name="Name92"/>
    </dgm:choose>
    <dgm:forEach name="Name93" axis="ch" ptType="node" cnt="1">
      <dgm:layoutNode name="parTx1">
        <dgm:choose name="Name94">
          <dgm:if name="Name95" func="var" arg="dir" op="equ" val="norm">
            <dgm:alg type="tx">
              <dgm:param type="parTxLTRAlign" val="l"/>
              <dgm:param type="parTxRTLAlign" val="r"/>
            </dgm:alg>
          </dgm:if>
          <dgm:else name="Name96">
            <dgm:alg type="tx">
              <dgm:param type="parTxLTRAlign" val="r"/>
              <dgm:param type="parTxRTLAlign" val="l"/>
            </dgm:alg>
          </dgm:else>
        </dgm:choose>
        <dgm:shape xmlns:r="http://schemas.openxmlformats.org/officeDocument/2006/relationships" type="roundRect" r:blip="">
          <dgm:adjLst/>
        </dgm:shape>
        <dgm:presOf axis="self" ptType="node"/>
        <dgm:choose name="Name97">
          <dgm:if name="Name98" func="var" arg="dir" op="equ" val="norm">
            <dgm:constrLst>
              <dgm:constr type="lMarg" refType="w" fact="0.6"/>
              <dgm:constr type="rMarg" refType="primFontSz" fact="0.3"/>
              <dgm:constr type="tMarg" refType="primFontSz" fact="0.3"/>
              <dgm:constr type="bMarg" refType="primFontSz" fact="0.3"/>
            </dgm:constrLst>
          </dgm:if>
          <dgm:else name="Name99">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00">
        <dgm:if name="Name101" axis="ch" ptType="node" func="cnt" op="gte" val="1">
          <dgm:layoutNode name="desTx1" styleLbl="revTx">
            <dgm:varLst>
              <dgm:bulletEnabled val="1"/>
            </dgm:varLst>
            <dgm:choose name="Name102">
              <dgm:if name="Name103" func="var" arg="dir" op="equ" val="norm">
                <dgm:choose name="Name104">
                  <dgm:if name="Name105" axis="ch" ptType="node" func="cnt" op="gte" val="2">
                    <dgm:alg type="tx">
                      <dgm:param type="parTxLTRAlign" val="l"/>
                      <dgm:param type="parTxRTLAlign" val="l"/>
                      <dgm:param type="stBulletLvl" val="1"/>
                    </dgm:alg>
                  </dgm:if>
                  <dgm:else name="Name106">
                    <dgm:alg type="tx">
                      <dgm:param type="parTxLTRAlign" val="l"/>
                      <dgm:param type="parTxRTLAlign" val="l"/>
                    </dgm:alg>
                  </dgm:else>
                </dgm:choose>
              </dgm:if>
              <dgm:else name="Name107">
                <dgm:choose name="Name108">
                  <dgm:if name="Name109" axis="ch" ptType="node" func="cnt" op="gte" val="2">
                    <dgm:alg type="tx">
                      <dgm:param type="parTxLTRAlign" val="r"/>
                      <dgm:param type="parTxRTLAlign" val="r"/>
                      <dgm:param type="shpTxLTRAlignCh" val="r"/>
                      <dgm:param type="shpTxRTLAlignCh" val="r"/>
                      <dgm:param type="stBulletLvl" val="1"/>
                    </dgm:alg>
                  </dgm:if>
                  <dgm:else name="Name110">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11"/>
      </dgm:choose>
    </dgm:forEach>
    <dgm:forEach name="Name112" axis="ch" ptType="sibTrans" hideLastTrans="0" cnt="1">
      <dgm:layoutNode name="picture1">
        <dgm:alg type="sp"/>
        <dgm:shape xmlns:r="http://schemas.openxmlformats.org/officeDocument/2006/relationships" r:blip="">
          <dgm:adjLst/>
        </dgm:shape>
        <dgm:presOf/>
        <dgm:constrLst/>
        <dgm:forEach name="Name113" ref="imageRepeat"/>
      </dgm:layoutNode>
    </dgm:forEach>
    <dgm:forEach name="Name114" axis="ch" ptType="node" st="2" cnt="1">
      <dgm:layoutNode name="parTx2">
        <dgm:choose name="Name115">
          <dgm:if name="Name116" func="var" arg="dir" op="equ" val="norm">
            <dgm:alg type="tx">
              <dgm:param type="parTxLTRAlign" val="l"/>
              <dgm:param type="parTxRTLAlign" val="r"/>
            </dgm:alg>
          </dgm:if>
          <dgm:else name="Name117">
            <dgm:alg type="tx">
              <dgm:param type="parTxLTRAlign" val="r"/>
              <dgm:param type="parTxRTLAlign" val="l"/>
            </dgm:alg>
          </dgm:else>
        </dgm:choose>
        <dgm:shape xmlns:r="http://schemas.openxmlformats.org/officeDocument/2006/relationships" type="roundRect" r:blip="">
          <dgm:adjLst/>
        </dgm:shape>
        <dgm:presOf axis="self" ptType="node"/>
        <dgm:choose name="Name118">
          <dgm:if name="Name119" func="var" arg="dir" op="equ" val="norm">
            <dgm:constrLst>
              <dgm:constr type="lMarg" refType="w" fact="0.6"/>
              <dgm:constr type="rMarg" refType="primFontSz" fact="0.3"/>
              <dgm:constr type="tMarg" refType="primFontSz" fact="0.3"/>
              <dgm:constr type="bMarg" refType="primFontSz" fact="0.3"/>
            </dgm:constrLst>
          </dgm:if>
          <dgm:else name="Name120">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21">
        <dgm:if name="Name122" axis="ch" ptType="node" func="cnt" op="gte" val="1">
          <dgm:layoutNode name="desTx2" styleLbl="revTx">
            <dgm:varLst>
              <dgm:bulletEnabled val="1"/>
            </dgm:varLst>
            <dgm:choose name="Name123">
              <dgm:if name="Name124" func="var" arg="dir" op="equ" val="norm">
                <dgm:choose name="Name125">
                  <dgm:if name="Name126" axis="ch" ptType="node" func="cnt" op="gte" val="2">
                    <dgm:alg type="tx">
                      <dgm:param type="parTxLTRAlign" val="l"/>
                      <dgm:param type="parTxRTLAlign" val="l"/>
                      <dgm:param type="stBulletLvl" val="1"/>
                    </dgm:alg>
                  </dgm:if>
                  <dgm:else name="Name127">
                    <dgm:alg type="tx">
                      <dgm:param type="parTxLTRAlign" val="l"/>
                      <dgm:param type="parTxRTLAlign" val="l"/>
                    </dgm:alg>
                  </dgm:else>
                </dgm:choose>
              </dgm:if>
              <dgm:else name="Name128">
                <dgm:choose name="Name129">
                  <dgm:if name="Name130" axis="ch" ptType="node" func="cnt" op="gte" val="2">
                    <dgm:alg type="tx">
                      <dgm:param type="parTxLTRAlign" val="r"/>
                      <dgm:param type="parTxRTLAlign" val="r"/>
                      <dgm:param type="shpTxLTRAlignCh" val="r"/>
                      <dgm:param type="shpTxRTLAlignCh" val="r"/>
                      <dgm:param type="stBulletLvl" val="1"/>
                    </dgm:alg>
                  </dgm:if>
                  <dgm:else name="Name131">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32"/>
      </dgm:choose>
    </dgm:forEach>
    <dgm:forEach name="Name133" axis="ch" ptType="sibTrans" hideLastTrans="0" st="2" cnt="1">
      <dgm:layoutNode name="picture2">
        <dgm:alg type="sp"/>
        <dgm:shape xmlns:r="http://schemas.openxmlformats.org/officeDocument/2006/relationships" r:blip="">
          <dgm:adjLst/>
        </dgm:shape>
        <dgm:presOf/>
        <dgm:constrLst/>
        <dgm:forEach name="Name134" ref="imageRepeat"/>
      </dgm:layoutNode>
    </dgm:forEach>
    <dgm:forEach name="Name135" axis="ch" ptType="node" st="3" cnt="1">
      <dgm:layoutNode name="parTx3">
        <dgm:choose name="Name136">
          <dgm:if name="Name137" func="var" arg="dir" op="equ" val="norm">
            <dgm:alg type="tx">
              <dgm:param type="parTxLTRAlign" val="l"/>
              <dgm:param type="parTxRTLAlign" val="r"/>
            </dgm:alg>
          </dgm:if>
          <dgm:else name="Name138">
            <dgm:alg type="tx">
              <dgm:param type="parTxLTRAlign" val="r"/>
              <dgm:param type="parTxRTLAlign" val="l"/>
            </dgm:alg>
          </dgm:else>
        </dgm:choose>
        <dgm:shape xmlns:r="http://schemas.openxmlformats.org/officeDocument/2006/relationships" type="roundRect" r:blip="">
          <dgm:adjLst/>
        </dgm:shape>
        <dgm:presOf axis="self" ptType="node"/>
        <dgm:choose name="Name139">
          <dgm:if name="Name140" func="var" arg="dir" op="equ" val="norm">
            <dgm:constrLst>
              <dgm:constr type="lMarg" refType="w" fact="0.6"/>
              <dgm:constr type="rMarg" refType="primFontSz" fact="0.3"/>
              <dgm:constr type="tMarg" refType="primFontSz" fact="0.3"/>
              <dgm:constr type="bMarg" refType="primFontSz" fact="0.3"/>
            </dgm:constrLst>
          </dgm:if>
          <dgm:else name="Name141">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42">
        <dgm:if name="Name143" axis="ch" ptType="node" func="cnt" op="gte" val="1">
          <dgm:layoutNode name="desTx3" styleLbl="revTx">
            <dgm:varLst>
              <dgm:bulletEnabled val="1"/>
            </dgm:varLst>
            <dgm:choose name="Name144">
              <dgm:if name="Name145" func="var" arg="dir" op="equ" val="norm">
                <dgm:choose name="Name146">
                  <dgm:if name="Name147" axis="ch" ptType="node" func="cnt" op="gte" val="2">
                    <dgm:alg type="tx">
                      <dgm:param type="parTxLTRAlign" val="l"/>
                      <dgm:param type="parTxRTLAlign" val="l"/>
                      <dgm:param type="stBulletLvl" val="1"/>
                    </dgm:alg>
                  </dgm:if>
                  <dgm:else name="Name148">
                    <dgm:alg type="tx">
                      <dgm:param type="parTxLTRAlign" val="l"/>
                      <dgm:param type="parTxRTLAlign" val="l"/>
                    </dgm:alg>
                  </dgm:else>
                </dgm:choose>
              </dgm:if>
              <dgm:else name="Name149">
                <dgm:choose name="Name150">
                  <dgm:if name="Name151" axis="ch" ptType="node" func="cnt" op="gte" val="2">
                    <dgm:alg type="tx">
                      <dgm:param type="parTxLTRAlign" val="r"/>
                      <dgm:param type="parTxRTLAlign" val="r"/>
                      <dgm:param type="shpTxLTRAlignCh" val="r"/>
                      <dgm:param type="shpTxRTLAlignCh" val="r"/>
                      <dgm:param type="stBulletLvl" val="1"/>
                    </dgm:alg>
                  </dgm:if>
                  <dgm:else name="Name152">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53"/>
      </dgm:choose>
    </dgm:forEach>
    <dgm:forEach name="Name154" axis="ch" ptType="sibTrans" hideLastTrans="0" st="3" cnt="1">
      <dgm:layoutNode name="picture3">
        <dgm:alg type="sp"/>
        <dgm:shape xmlns:r="http://schemas.openxmlformats.org/officeDocument/2006/relationships" r:blip="">
          <dgm:adjLst/>
        </dgm:shape>
        <dgm:presOf/>
        <dgm:constrLst/>
        <dgm:forEach name="Name155" ref="imageRepeat"/>
      </dgm:layoutNode>
    </dgm:forEach>
    <dgm:forEach name="Name156" axis="ch" ptType="node" st="4" cnt="1">
      <dgm:layoutNode name="parTx4">
        <dgm:choose name="Name157">
          <dgm:if name="Name158" func="var" arg="dir" op="equ" val="norm">
            <dgm:alg type="tx">
              <dgm:param type="parTxLTRAlign" val="l"/>
              <dgm:param type="parTxRTLAlign" val="r"/>
            </dgm:alg>
          </dgm:if>
          <dgm:else name="Name159">
            <dgm:alg type="tx">
              <dgm:param type="parTxLTRAlign" val="r"/>
              <dgm:param type="parTxRTLAlign" val="l"/>
            </dgm:alg>
          </dgm:else>
        </dgm:choose>
        <dgm:shape xmlns:r="http://schemas.openxmlformats.org/officeDocument/2006/relationships" type="roundRect" r:blip="">
          <dgm:adjLst/>
        </dgm:shape>
        <dgm:presOf axis="self" ptType="node"/>
        <dgm:choose name="Name160">
          <dgm:if name="Name161" func="var" arg="dir" op="equ" val="norm">
            <dgm:constrLst>
              <dgm:constr type="lMarg" refType="w" fact="0.6"/>
              <dgm:constr type="rMarg" refType="primFontSz" fact="0.3"/>
              <dgm:constr type="tMarg" refType="primFontSz" fact="0.3"/>
              <dgm:constr type="bMarg" refType="primFontSz" fact="0.3"/>
            </dgm:constrLst>
          </dgm:if>
          <dgm:else name="Name162">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63">
        <dgm:if name="Name164" axis="ch" ptType="node" func="cnt" op="gte" val="1">
          <dgm:layoutNode name="desTx4" styleLbl="revTx">
            <dgm:varLst>
              <dgm:bulletEnabled val="1"/>
            </dgm:varLst>
            <dgm:choose name="Name165">
              <dgm:if name="Name166" func="var" arg="dir" op="equ" val="norm">
                <dgm:choose name="Name167">
                  <dgm:if name="Name168" axis="ch" ptType="node" func="cnt" op="gte" val="2">
                    <dgm:alg type="tx">
                      <dgm:param type="parTxLTRAlign" val="l"/>
                      <dgm:param type="parTxRTLAlign" val="l"/>
                      <dgm:param type="stBulletLvl" val="1"/>
                    </dgm:alg>
                  </dgm:if>
                  <dgm:else name="Name169">
                    <dgm:alg type="tx">
                      <dgm:param type="parTxLTRAlign" val="l"/>
                      <dgm:param type="parTxRTLAlign" val="l"/>
                    </dgm:alg>
                  </dgm:else>
                </dgm:choose>
              </dgm:if>
              <dgm:else name="Name170">
                <dgm:choose name="Name171">
                  <dgm:if name="Name172" axis="ch" ptType="node" func="cnt" op="gte" val="2">
                    <dgm:alg type="tx">
                      <dgm:param type="parTxLTRAlign" val="r"/>
                      <dgm:param type="parTxRTLAlign" val="r"/>
                      <dgm:param type="shpTxLTRAlignCh" val="r"/>
                      <dgm:param type="shpTxRTLAlignCh" val="r"/>
                      <dgm:param type="stBulletLvl" val="1"/>
                    </dgm:alg>
                  </dgm:if>
                  <dgm:else name="Name173">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74"/>
      </dgm:choose>
    </dgm:forEach>
    <dgm:forEach name="Name175" axis="ch" ptType="sibTrans" hideLastTrans="0" st="4" cnt="1">
      <dgm:layoutNode name="picture4">
        <dgm:alg type="sp"/>
        <dgm:shape xmlns:r="http://schemas.openxmlformats.org/officeDocument/2006/relationships" r:blip="">
          <dgm:adjLst/>
        </dgm:shape>
        <dgm:presOf/>
        <dgm:constrLst/>
        <dgm:forEach name="Name176" ref="imageRepeat"/>
      </dgm:layoutNode>
    </dgm:forEach>
    <dgm:forEach name="Name177" axis="ch" ptType="node" st="5" cnt="1">
      <dgm:layoutNode name="parTx5">
        <dgm:choose name="Name178">
          <dgm:if name="Name179" func="var" arg="dir" op="equ" val="norm">
            <dgm:alg type="tx">
              <dgm:param type="parTxLTRAlign" val="l"/>
              <dgm:param type="parTxRTLAlign" val="r"/>
            </dgm:alg>
          </dgm:if>
          <dgm:else name="Name180">
            <dgm:alg type="tx">
              <dgm:param type="parTxLTRAlign" val="r"/>
              <dgm:param type="parTxRTLAlign" val="l"/>
            </dgm:alg>
          </dgm:else>
        </dgm:choose>
        <dgm:shape xmlns:r="http://schemas.openxmlformats.org/officeDocument/2006/relationships" type="roundRect" r:blip="">
          <dgm:adjLst/>
        </dgm:shape>
        <dgm:presOf axis="self" ptType="node"/>
        <dgm:choose name="Name181">
          <dgm:if name="Name182" func="var" arg="dir" op="equ" val="norm">
            <dgm:constrLst>
              <dgm:constr type="lMarg" refType="w" fact="0.6"/>
              <dgm:constr type="rMarg" refType="primFontSz" fact="0.3"/>
              <dgm:constr type="tMarg" refType="primFontSz" fact="0.3"/>
              <dgm:constr type="bMarg" refType="primFontSz" fact="0.3"/>
            </dgm:constrLst>
          </dgm:if>
          <dgm:else name="Name183">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84">
        <dgm:if name="Name185" axis="ch" ptType="node" func="cnt" op="gte" val="1">
          <dgm:layoutNode name="desTx5" styleLbl="revTx">
            <dgm:varLst>
              <dgm:bulletEnabled val="1"/>
            </dgm:varLst>
            <dgm:choose name="Name186">
              <dgm:if name="Name187" func="var" arg="dir" op="equ" val="norm">
                <dgm:choose name="Name188">
                  <dgm:if name="Name189" axis="ch" ptType="node" func="cnt" op="gte" val="2">
                    <dgm:alg type="tx">
                      <dgm:param type="parTxLTRAlign" val="l"/>
                      <dgm:param type="parTxRTLAlign" val="l"/>
                      <dgm:param type="stBulletLvl" val="1"/>
                    </dgm:alg>
                  </dgm:if>
                  <dgm:else name="Name190">
                    <dgm:alg type="tx">
                      <dgm:param type="parTxLTRAlign" val="l"/>
                      <dgm:param type="parTxRTLAlign" val="l"/>
                    </dgm:alg>
                  </dgm:else>
                </dgm:choose>
              </dgm:if>
              <dgm:else name="Name191">
                <dgm:choose name="Name192">
                  <dgm:if name="Name193" axis="ch" ptType="node" func="cnt" op="gte" val="2">
                    <dgm:alg type="tx">
                      <dgm:param type="parTxLTRAlign" val="r"/>
                      <dgm:param type="parTxRTLAlign" val="r"/>
                      <dgm:param type="shpTxLTRAlignCh" val="r"/>
                      <dgm:param type="shpTxRTLAlignCh" val="r"/>
                      <dgm:param type="stBulletLvl" val="1"/>
                    </dgm:alg>
                  </dgm:if>
                  <dgm:else name="Name194">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95"/>
      </dgm:choose>
    </dgm:forEach>
    <dgm:forEach name="Name196" axis="ch" ptType="sibTrans" hideLastTrans="0" st="5" cnt="1">
      <dgm:layoutNode name="picture5">
        <dgm:alg type="sp"/>
        <dgm:shape xmlns:r="http://schemas.openxmlformats.org/officeDocument/2006/relationships" r:blip="">
          <dgm:adjLst/>
        </dgm:shape>
        <dgm:presOf/>
        <dgm:constrLst/>
        <dgm:forEach name="Name197" ref="imageRepeat"/>
      </dgm:layoutNode>
    </dgm:forEach>
    <dgm:forEach name="Name198" axis="ch" ptType="node" st="6" cnt="1">
      <dgm:layoutNode name="parTx6">
        <dgm:choose name="Name199">
          <dgm:if name="Name200" func="var" arg="dir" op="equ" val="norm">
            <dgm:alg type="tx">
              <dgm:param type="parTxLTRAlign" val="l"/>
              <dgm:param type="parTxRTLAlign" val="r"/>
            </dgm:alg>
          </dgm:if>
          <dgm:else name="Name201">
            <dgm:alg type="tx">
              <dgm:param type="parTxLTRAlign" val="r"/>
              <dgm:param type="parTxRTLAlign" val="l"/>
            </dgm:alg>
          </dgm:else>
        </dgm:choose>
        <dgm:shape xmlns:r="http://schemas.openxmlformats.org/officeDocument/2006/relationships" type="roundRect" r:blip="">
          <dgm:adjLst/>
        </dgm:shape>
        <dgm:presOf axis="self" ptType="node"/>
        <dgm:choose name="Name202">
          <dgm:if name="Name203" func="var" arg="dir" op="equ" val="norm">
            <dgm:constrLst>
              <dgm:constr type="lMarg" refType="w" fact="0.6"/>
              <dgm:constr type="rMarg" refType="primFontSz" fact="0.3"/>
              <dgm:constr type="tMarg" refType="primFontSz" fact="0.3"/>
              <dgm:constr type="bMarg" refType="primFontSz" fact="0.3"/>
            </dgm:constrLst>
          </dgm:if>
          <dgm:else name="Name204">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205">
        <dgm:if name="Name206" axis="ch" ptType="node" func="cnt" op="gte" val="1">
          <dgm:layoutNode name="desTx6" styleLbl="revTx">
            <dgm:varLst>
              <dgm:bulletEnabled val="1"/>
            </dgm:varLst>
            <dgm:choose name="Name207">
              <dgm:if name="Name208" func="var" arg="dir" op="equ" val="norm">
                <dgm:choose name="Name209">
                  <dgm:if name="Name210" axis="ch" ptType="node" func="cnt" op="gte" val="2">
                    <dgm:alg type="tx">
                      <dgm:param type="parTxLTRAlign" val="l"/>
                      <dgm:param type="parTxRTLAlign" val="l"/>
                      <dgm:param type="stBulletLvl" val="1"/>
                    </dgm:alg>
                  </dgm:if>
                  <dgm:else name="Name211">
                    <dgm:alg type="tx">
                      <dgm:param type="parTxLTRAlign" val="l"/>
                      <dgm:param type="parTxRTLAlign" val="l"/>
                    </dgm:alg>
                  </dgm:else>
                </dgm:choose>
              </dgm:if>
              <dgm:else name="Name212">
                <dgm:choose name="Name213">
                  <dgm:if name="Name214" axis="ch" ptType="node" func="cnt" op="gte" val="2">
                    <dgm:alg type="tx">
                      <dgm:param type="parTxLTRAlign" val="r"/>
                      <dgm:param type="parTxRTLAlign" val="r"/>
                      <dgm:param type="shpTxLTRAlignCh" val="r"/>
                      <dgm:param type="shpTxRTLAlignCh" val="r"/>
                      <dgm:param type="stBulletLvl" val="1"/>
                    </dgm:alg>
                  </dgm:if>
                  <dgm:else name="Name215">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216"/>
      </dgm:choose>
    </dgm:forEach>
    <dgm:forEach name="Name217" axis="ch" ptType="sibTrans" hideLastTrans="0" st="6" cnt="1">
      <dgm:layoutNode name="picture6">
        <dgm:alg type="sp"/>
        <dgm:shape xmlns:r="http://schemas.openxmlformats.org/officeDocument/2006/relationships" r:blip="">
          <dgm:adjLst/>
        </dgm:shape>
        <dgm:presOf/>
        <dgm:constrLst/>
        <dgm:forEach name="Name218" ref="imageRepeat"/>
      </dgm:layoutNode>
    </dgm:forEach>
    <dgm:forEach name="Name219" axis="ch" ptType="node" st="7" cnt="1">
      <dgm:layoutNode name="parTx7">
        <dgm:choose name="Name220">
          <dgm:if name="Name221" func="var" arg="dir" op="equ" val="norm">
            <dgm:alg type="tx">
              <dgm:param type="parTxLTRAlign" val="l"/>
              <dgm:param type="parTxRTLAlign" val="r"/>
            </dgm:alg>
          </dgm:if>
          <dgm:else name="Name222">
            <dgm:alg type="tx">
              <dgm:param type="parTxLTRAlign" val="r"/>
              <dgm:param type="parTxRTLAlign" val="l"/>
            </dgm:alg>
          </dgm:else>
        </dgm:choose>
        <dgm:shape xmlns:r="http://schemas.openxmlformats.org/officeDocument/2006/relationships" type="roundRect" r:blip="">
          <dgm:adjLst/>
        </dgm:shape>
        <dgm:presOf axis="self" ptType="node"/>
        <dgm:choose name="Name223">
          <dgm:if name="Name224" func="var" arg="dir" op="equ" val="norm">
            <dgm:constrLst>
              <dgm:constr type="lMarg" refType="w" fact="0.6"/>
              <dgm:constr type="rMarg" refType="primFontSz" fact="0.3"/>
              <dgm:constr type="tMarg" refType="primFontSz" fact="0.3"/>
              <dgm:constr type="bMarg" refType="primFontSz" fact="0.3"/>
            </dgm:constrLst>
          </dgm:if>
          <dgm:else name="Name225">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226">
        <dgm:if name="Name227" axis="ch" ptType="node" func="cnt" op="gte" val="1">
          <dgm:layoutNode name="desTx7" styleLbl="revTx">
            <dgm:varLst>
              <dgm:bulletEnabled val="1"/>
            </dgm:varLst>
            <dgm:choose name="Name228">
              <dgm:if name="Name229" func="var" arg="dir" op="equ" val="norm">
                <dgm:choose name="Name230">
                  <dgm:if name="Name231" axis="ch" ptType="node" func="cnt" op="gte" val="2">
                    <dgm:alg type="tx">
                      <dgm:param type="parTxLTRAlign" val="l"/>
                      <dgm:param type="parTxRTLAlign" val="l"/>
                      <dgm:param type="stBulletLvl" val="1"/>
                    </dgm:alg>
                  </dgm:if>
                  <dgm:else name="Name232">
                    <dgm:alg type="tx">
                      <dgm:param type="parTxLTRAlign" val="l"/>
                      <dgm:param type="parTxRTLAlign" val="l"/>
                    </dgm:alg>
                  </dgm:else>
                </dgm:choose>
              </dgm:if>
              <dgm:else name="Name233">
                <dgm:choose name="Name234">
                  <dgm:if name="Name235" axis="ch" ptType="node" func="cnt" op="gte" val="2">
                    <dgm:alg type="tx">
                      <dgm:param type="parTxLTRAlign" val="r"/>
                      <dgm:param type="parTxRTLAlign" val="r"/>
                      <dgm:param type="shpTxLTRAlignCh" val="r"/>
                      <dgm:param type="shpTxRTLAlignCh" val="r"/>
                      <dgm:param type="stBulletLvl" val="1"/>
                    </dgm:alg>
                  </dgm:if>
                  <dgm:else name="Name236">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237"/>
      </dgm:choose>
    </dgm:forEach>
    <dgm:forEach name="Name238" axis="ch" ptType="sibTrans" hideLastTrans="0" st="7" cnt="1">
      <dgm:layoutNode name="picture7">
        <dgm:alg type="sp"/>
        <dgm:shape xmlns:r="http://schemas.openxmlformats.org/officeDocument/2006/relationships" r:blip="">
          <dgm:adjLst/>
        </dgm:shape>
        <dgm:presOf/>
        <dgm:constrLst/>
        <dgm:forEach name="Name239" ref="imageRepea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238"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8275" y="0"/>
            <a:ext cx="3043238" cy="466725"/>
          </a:xfrm>
          <a:prstGeom prst="rect">
            <a:avLst/>
          </a:prstGeom>
        </p:spPr>
        <p:txBody>
          <a:bodyPr vert="horz" lIns="91440" tIns="45720" rIns="91440" bIns="45720" rtlCol="0"/>
          <a:lstStyle>
            <a:lvl1pPr algn="r">
              <a:defRPr sz="1200"/>
            </a:lvl1pPr>
          </a:lstStyle>
          <a:p>
            <a:fld id="{E574AC39-44E6-425E-AF49-CF7D189F346F}" type="datetimeFigureOut">
              <a:rPr lang="en-US" smtClean="0"/>
              <a:t>23-Feb-17</a:t>
            </a:fld>
            <a:endParaRPr lang="en-US"/>
          </a:p>
        </p:txBody>
      </p:sp>
      <p:sp>
        <p:nvSpPr>
          <p:cNvPr id="4" name="Footer Placeholder 3"/>
          <p:cNvSpPr>
            <a:spLocks noGrp="1"/>
          </p:cNvSpPr>
          <p:nvPr>
            <p:ph type="ftr" sz="quarter" idx="2"/>
          </p:nvPr>
        </p:nvSpPr>
        <p:spPr>
          <a:xfrm>
            <a:off x="0" y="8842375"/>
            <a:ext cx="3043238" cy="4667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8275" y="8842375"/>
            <a:ext cx="3043238" cy="466725"/>
          </a:xfrm>
          <a:prstGeom prst="rect">
            <a:avLst/>
          </a:prstGeom>
        </p:spPr>
        <p:txBody>
          <a:bodyPr vert="horz" lIns="91440" tIns="45720" rIns="91440" bIns="45720" rtlCol="0" anchor="b"/>
          <a:lstStyle>
            <a:lvl1pPr algn="r">
              <a:defRPr sz="1200"/>
            </a:lvl1pPr>
          </a:lstStyle>
          <a:p>
            <a:fld id="{6320F472-929B-459B-8D82-2FABCC5B32A0}" type="slidenum">
              <a:rPr lang="en-US" smtClean="0"/>
              <a:t>‹#›</a:t>
            </a:fld>
            <a:endParaRPr lang="en-US"/>
          </a:p>
        </p:txBody>
      </p:sp>
    </p:spTree>
    <p:extLst>
      <p:ext uri="{BB962C8B-B14F-4D97-AF65-F5344CB8AC3E}">
        <p14:creationId xmlns:p14="http://schemas.microsoft.com/office/powerpoint/2010/main" val="32022641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7072"/>
          </a:xfrm>
          <a:prstGeom prst="rect">
            <a:avLst/>
          </a:prstGeom>
        </p:spPr>
        <p:txBody>
          <a:bodyPr vert="horz" lIns="93324" tIns="46662" rIns="93324" bIns="46662" rtlCol="0"/>
          <a:lstStyle>
            <a:lvl1pPr algn="l">
              <a:defRPr sz="1200"/>
            </a:lvl1pPr>
          </a:lstStyle>
          <a:p>
            <a:endParaRPr lang="en-US"/>
          </a:p>
        </p:txBody>
      </p:sp>
      <p:sp>
        <p:nvSpPr>
          <p:cNvPr id="3" name="Date Placeholder 2"/>
          <p:cNvSpPr>
            <a:spLocks noGrp="1"/>
          </p:cNvSpPr>
          <p:nvPr>
            <p:ph type="dt" idx="1"/>
          </p:nvPr>
        </p:nvSpPr>
        <p:spPr>
          <a:xfrm>
            <a:off x="3978132" y="0"/>
            <a:ext cx="3043343" cy="467072"/>
          </a:xfrm>
          <a:prstGeom prst="rect">
            <a:avLst/>
          </a:prstGeom>
        </p:spPr>
        <p:txBody>
          <a:bodyPr vert="horz" lIns="93324" tIns="46662" rIns="93324" bIns="46662" rtlCol="0"/>
          <a:lstStyle>
            <a:lvl1pPr algn="r">
              <a:defRPr sz="1200"/>
            </a:lvl1pPr>
          </a:lstStyle>
          <a:p>
            <a:fld id="{DF2775BC-6312-42C7-B7C5-EA6783C2D9CA}" type="datetimeFigureOut">
              <a:rPr lang="en-US" smtClean="0"/>
              <a:t>23-Feb-17</a:t>
            </a:fld>
            <a:endParaRPr lang="en-US"/>
          </a:p>
        </p:txBody>
      </p:sp>
      <p:sp>
        <p:nvSpPr>
          <p:cNvPr id="4" name="Slide Image Placeholder 3"/>
          <p:cNvSpPr>
            <a:spLocks noGrp="1" noRot="1" noChangeAspect="1"/>
          </p:cNvSpPr>
          <p:nvPr>
            <p:ph type="sldImg" idx="2"/>
          </p:nvPr>
        </p:nvSpPr>
        <p:spPr>
          <a:xfrm>
            <a:off x="719138" y="1163638"/>
            <a:ext cx="5584825" cy="3141662"/>
          </a:xfrm>
          <a:prstGeom prst="rect">
            <a:avLst/>
          </a:prstGeom>
          <a:noFill/>
          <a:ln w="12700">
            <a:solidFill>
              <a:prstClr val="black"/>
            </a:solidFill>
          </a:ln>
        </p:spPr>
        <p:txBody>
          <a:bodyPr vert="horz" lIns="93324" tIns="46662" rIns="93324" bIns="46662" rtlCol="0" anchor="ctr"/>
          <a:lstStyle/>
          <a:p>
            <a:endParaRPr lang="en-US"/>
          </a:p>
        </p:txBody>
      </p:sp>
      <p:sp>
        <p:nvSpPr>
          <p:cNvPr id="5" name="Notes Placeholder 4"/>
          <p:cNvSpPr>
            <a:spLocks noGrp="1"/>
          </p:cNvSpPr>
          <p:nvPr>
            <p:ph type="body" sz="quarter" idx="3"/>
          </p:nvPr>
        </p:nvSpPr>
        <p:spPr>
          <a:xfrm>
            <a:off x="702310" y="4480004"/>
            <a:ext cx="5618480" cy="3665458"/>
          </a:xfrm>
          <a:prstGeom prst="rect">
            <a:avLst/>
          </a:prstGeom>
        </p:spPr>
        <p:txBody>
          <a:bodyPr vert="horz" lIns="93324" tIns="46662" rIns="93324" bIns="46662"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30"/>
            <a:ext cx="3043343" cy="467071"/>
          </a:xfrm>
          <a:prstGeom prst="rect">
            <a:avLst/>
          </a:prstGeom>
        </p:spPr>
        <p:txBody>
          <a:bodyPr vert="horz" lIns="93324" tIns="46662" rIns="93324" bIns="46662" rtlCol="0" anchor="b"/>
          <a:lstStyle>
            <a:lvl1pPr algn="l">
              <a:defRPr sz="1200"/>
            </a:lvl1pPr>
          </a:lstStyle>
          <a:p>
            <a:endParaRPr lang="en-US"/>
          </a:p>
        </p:txBody>
      </p:sp>
      <p:sp>
        <p:nvSpPr>
          <p:cNvPr id="7" name="Slide Number Placeholder 6"/>
          <p:cNvSpPr>
            <a:spLocks noGrp="1"/>
          </p:cNvSpPr>
          <p:nvPr>
            <p:ph type="sldNum" sz="quarter" idx="5"/>
          </p:nvPr>
        </p:nvSpPr>
        <p:spPr>
          <a:xfrm>
            <a:off x="3978132" y="8842030"/>
            <a:ext cx="3043343" cy="467071"/>
          </a:xfrm>
          <a:prstGeom prst="rect">
            <a:avLst/>
          </a:prstGeom>
        </p:spPr>
        <p:txBody>
          <a:bodyPr vert="horz" lIns="93324" tIns="46662" rIns="93324" bIns="46662" rtlCol="0" anchor="b"/>
          <a:lstStyle>
            <a:lvl1pPr algn="r">
              <a:defRPr sz="1200"/>
            </a:lvl1pPr>
          </a:lstStyle>
          <a:p>
            <a:fld id="{67F715A1-4ADC-44E0-9587-804FF39D6B22}" type="slidenum">
              <a:rPr lang="en-US" smtClean="0"/>
              <a:t>‹#›</a:t>
            </a:fld>
            <a:endParaRPr lang="en-US"/>
          </a:p>
        </p:txBody>
      </p:sp>
    </p:spTree>
    <p:extLst>
      <p:ext uri="{BB962C8B-B14F-4D97-AF65-F5344CB8AC3E}">
        <p14:creationId xmlns:p14="http://schemas.microsoft.com/office/powerpoint/2010/main" val="17298420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7F715A1-4ADC-44E0-9587-804FF39D6B22}" type="slidenum">
              <a:rPr lang="en-US" smtClean="0"/>
              <a:t>5</a:t>
            </a:fld>
            <a:endParaRPr lang="en-US"/>
          </a:p>
        </p:txBody>
      </p:sp>
    </p:spTree>
    <p:extLst>
      <p:ext uri="{BB962C8B-B14F-4D97-AF65-F5344CB8AC3E}">
        <p14:creationId xmlns:p14="http://schemas.microsoft.com/office/powerpoint/2010/main" val="29274270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7F715A1-4ADC-44E0-9587-804FF39D6B22}" type="slidenum">
              <a:rPr lang="en-US" smtClean="0"/>
              <a:t>6</a:t>
            </a:fld>
            <a:endParaRPr lang="en-US"/>
          </a:p>
        </p:txBody>
      </p:sp>
    </p:spTree>
    <p:extLst>
      <p:ext uri="{BB962C8B-B14F-4D97-AF65-F5344CB8AC3E}">
        <p14:creationId xmlns:p14="http://schemas.microsoft.com/office/powerpoint/2010/main" val="9096556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Sir, This is a Gif image please view as a presentation to see through the animation.</a:t>
            </a:r>
            <a:endParaRPr lang="en-US" dirty="0"/>
          </a:p>
        </p:txBody>
      </p:sp>
      <p:sp>
        <p:nvSpPr>
          <p:cNvPr id="4" name="Slide Number Placeholder 3"/>
          <p:cNvSpPr>
            <a:spLocks noGrp="1"/>
          </p:cNvSpPr>
          <p:nvPr>
            <p:ph type="sldNum" sz="quarter" idx="10"/>
          </p:nvPr>
        </p:nvSpPr>
        <p:spPr/>
        <p:txBody>
          <a:bodyPr/>
          <a:lstStyle/>
          <a:p>
            <a:fld id="{67F715A1-4ADC-44E0-9587-804FF39D6B22}" type="slidenum">
              <a:rPr lang="en-US" smtClean="0"/>
              <a:t>7</a:t>
            </a:fld>
            <a:endParaRPr lang="en-US"/>
          </a:p>
        </p:txBody>
      </p:sp>
    </p:spTree>
    <p:extLst>
      <p:ext uri="{BB962C8B-B14F-4D97-AF65-F5344CB8AC3E}">
        <p14:creationId xmlns:p14="http://schemas.microsoft.com/office/powerpoint/2010/main" val="2711728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0FF0622-75E4-48B8-A617-5428CA5926CE}" type="datetimeFigureOut">
              <a:rPr lang="en-US" smtClean="0"/>
              <a:t>23-Feb-17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875541-8164-4CC7-9F2F-6F0C49BB858D}"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72432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FF0622-75E4-48B8-A617-5428CA5926CE}" type="datetimeFigureOut">
              <a:rPr lang="en-US" smtClean="0"/>
              <a:t>23-Feb-17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875541-8164-4CC7-9F2F-6F0C49BB858D}" type="slidenum">
              <a:rPr lang="en-US" smtClean="0"/>
              <a:t>‹#›</a:t>
            </a:fld>
            <a:endParaRPr lang="en-US"/>
          </a:p>
        </p:txBody>
      </p:sp>
    </p:spTree>
    <p:extLst>
      <p:ext uri="{BB962C8B-B14F-4D97-AF65-F5344CB8AC3E}">
        <p14:creationId xmlns:p14="http://schemas.microsoft.com/office/powerpoint/2010/main" val="30713082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0FF0622-75E4-48B8-A617-5428CA5926CE}" type="datetimeFigureOut">
              <a:rPr lang="en-US" smtClean="0"/>
              <a:t>23-Feb-17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875541-8164-4CC7-9F2F-6F0C49BB858D}"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7017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0FF0622-75E4-48B8-A617-5428CA5926CE}" type="datetimeFigureOut">
              <a:rPr lang="en-US" smtClean="0"/>
              <a:t>23-Feb-17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A875541-8164-4CC7-9F2F-6F0C49BB858D}" type="slidenum">
              <a:rPr lang="en-US" smtClean="0"/>
              <a:t>‹#›</a:t>
            </a:fld>
            <a:endParaRPr lang="en-US"/>
          </a:p>
        </p:txBody>
      </p:sp>
    </p:spTree>
    <p:extLst>
      <p:ext uri="{BB962C8B-B14F-4D97-AF65-F5344CB8AC3E}">
        <p14:creationId xmlns:p14="http://schemas.microsoft.com/office/powerpoint/2010/main" val="33052989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0FF0622-75E4-48B8-A617-5428CA5926CE}" type="datetimeFigureOut">
              <a:rPr lang="en-US" smtClean="0"/>
              <a:t>23-Feb-17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A875541-8164-4CC7-9F2F-6F0C49BB858D}" type="slidenum">
              <a:rPr lang="en-US" smtClean="0"/>
              <a:t>‹#›</a:t>
            </a:fld>
            <a:endParaRPr lang="en-US"/>
          </a:p>
        </p:txBody>
      </p:sp>
    </p:spTree>
    <p:extLst>
      <p:ext uri="{BB962C8B-B14F-4D97-AF65-F5344CB8AC3E}">
        <p14:creationId xmlns:p14="http://schemas.microsoft.com/office/powerpoint/2010/main" val="37647849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0FF0622-75E4-48B8-A617-5428CA5926CE}" type="datetimeFigureOut">
              <a:rPr lang="en-US" smtClean="0"/>
              <a:t>23-Feb-17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A875541-8164-4CC7-9F2F-6F0C49BB858D}" type="slidenum">
              <a:rPr lang="en-US" smtClean="0"/>
              <a:t>‹#›</a:t>
            </a:fld>
            <a:endParaRPr lang="en-US"/>
          </a:p>
        </p:txBody>
      </p:sp>
    </p:spTree>
    <p:extLst>
      <p:ext uri="{BB962C8B-B14F-4D97-AF65-F5344CB8AC3E}">
        <p14:creationId xmlns:p14="http://schemas.microsoft.com/office/powerpoint/2010/main" val="4229323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0FF0622-75E4-48B8-A617-5428CA5926CE}" type="datetimeFigureOut">
              <a:rPr lang="en-US" smtClean="0"/>
              <a:t>23-Feb-17</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BA875541-8164-4CC7-9F2F-6F0C49BB858D}" type="slidenum">
              <a:rPr lang="en-US" smtClean="0"/>
              <a:t>‹#›</a:t>
            </a:fld>
            <a:endParaRPr lang="en-US"/>
          </a:p>
        </p:txBody>
      </p:sp>
    </p:spTree>
    <p:extLst>
      <p:ext uri="{BB962C8B-B14F-4D97-AF65-F5344CB8AC3E}">
        <p14:creationId xmlns:p14="http://schemas.microsoft.com/office/powerpoint/2010/main" val="10934561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40FF0622-75E4-48B8-A617-5428CA5926CE}" type="datetimeFigureOut">
              <a:rPr lang="en-US" smtClean="0"/>
              <a:t>23-Feb-17</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A875541-8164-4CC7-9F2F-6F0C49BB858D}" type="slidenum">
              <a:rPr lang="en-US" smtClean="0"/>
              <a:t>‹#›</a:t>
            </a:fld>
            <a:endParaRPr lang="en-US"/>
          </a:p>
        </p:txBody>
      </p:sp>
    </p:spTree>
    <p:extLst>
      <p:ext uri="{BB962C8B-B14F-4D97-AF65-F5344CB8AC3E}">
        <p14:creationId xmlns:p14="http://schemas.microsoft.com/office/powerpoint/2010/main" val="26669758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0FF0622-75E4-48B8-A617-5428CA5926CE}" type="datetimeFigureOut">
              <a:rPr lang="en-US" smtClean="0"/>
              <a:t>23-Feb-17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A875541-8164-4CC7-9F2F-6F0C49BB858D}" type="slidenum">
              <a:rPr lang="en-US" smtClean="0"/>
              <a:t>‹#›</a:t>
            </a:fld>
            <a:endParaRPr lang="en-US"/>
          </a:p>
        </p:txBody>
      </p:sp>
    </p:spTree>
    <p:extLst>
      <p:ext uri="{BB962C8B-B14F-4D97-AF65-F5344CB8AC3E}">
        <p14:creationId xmlns:p14="http://schemas.microsoft.com/office/powerpoint/2010/main" val="21111504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FF0622-75E4-48B8-A617-5428CA5926CE}" type="datetimeFigureOut">
              <a:rPr lang="en-US" smtClean="0"/>
              <a:t>23-Feb-17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875541-8164-4CC7-9F2F-6F0C49BB858D}" type="slidenum">
              <a:rPr lang="en-US" smtClean="0"/>
              <a:t>‹#›</a:t>
            </a:fld>
            <a:endParaRPr lang="en-US"/>
          </a:p>
        </p:txBody>
      </p:sp>
    </p:spTree>
    <p:extLst>
      <p:ext uri="{BB962C8B-B14F-4D97-AF65-F5344CB8AC3E}">
        <p14:creationId xmlns:p14="http://schemas.microsoft.com/office/powerpoint/2010/main" val="7370812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FF0622-75E4-48B8-A617-5428CA5926CE}" type="datetimeFigureOut">
              <a:rPr lang="en-US" smtClean="0"/>
              <a:t>23-Feb-17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875541-8164-4CC7-9F2F-6F0C49BB858D}" type="slidenum">
              <a:rPr lang="en-US" smtClean="0"/>
              <a:t>‹#›</a:t>
            </a:fld>
            <a:endParaRPr lang="en-US"/>
          </a:p>
        </p:txBody>
      </p:sp>
    </p:spTree>
    <p:extLst>
      <p:ext uri="{BB962C8B-B14F-4D97-AF65-F5344CB8AC3E}">
        <p14:creationId xmlns:p14="http://schemas.microsoft.com/office/powerpoint/2010/main" val="28934544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40FF0622-75E4-48B8-A617-5428CA5926CE}" type="datetimeFigureOut">
              <a:rPr lang="en-US" smtClean="0"/>
              <a:t>23-Feb-17</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A875541-8164-4CC7-9F2F-6F0C49BB858D}"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3873147"/>
      </p:ext>
    </p:extLst>
  </p:cSld>
  <p:clrMap bg1="lt1" tx1="dk1" bg2="lt2" tx2="dk2" accent1="accent1" accent2="accent2" accent3="accent3" accent4="accent4" accent5="accent5" accent6="accent6" hlink="hlink" folHlink="folHlink"/>
  <p:sldLayoutIdLst>
    <p:sldLayoutId id="2147483754" r:id="rId1"/>
    <p:sldLayoutId id="2147483755" r:id="rId2"/>
    <p:sldLayoutId id="2147483756" r:id="rId3"/>
    <p:sldLayoutId id="2147483757" r:id="rId4"/>
    <p:sldLayoutId id="2147483758" r:id="rId5"/>
    <p:sldLayoutId id="2147483759" r:id="rId6"/>
    <p:sldLayoutId id="2147483760" r:id="rId7"/>
    <p:sldLayoutId id="2147483761" r:id="rId8"/>
    <p:sldLayoutId id="2147483762" r:id="rId9"/>
    <p:sldLayoutId id="2147483763" r:id="rId10"/>
    <p:sldLayoutId id="2147483764"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9.xml"/><Relationship Id="rId5" Type="http://schemas.openxmlformats.org/officeDocument/2006/relationships/hyperlink" Target="http://bl.ocks.org/kylesb/raw/be541e2d6102900b9ed99e0d7141c13b/" TargetMode="Externa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3.xml"/><Relationship Id="rId1" Type="http://schemas.openxmlformats.org/officeDocument/2006/relationships/slideLayout" Target="../slideLayouts/slideLayout9.xml"/><Relationship Id="rId4" Type="http://schemas.openxmlformats.org/officeDocument/2006/relationships/hyperlink" Target="https://www.theguardian.com/environment/ng-interactive/2014/dec/01/carbon-emissions-past-present-and-future-interactivewww.theairwebreathe.org/index.html"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bl.ocks.org/rhuille/raw/583877d1d5f82d186a87d6145055340f/" TargetMode="External"/><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9.xml"/><Relationship Id="rId4" Type="http://schemas.openxmlformats.org/officeDocument/2006/relationships/hyperlink" Target="http://bl.ocks.org/phuonghuynh/raw/54a2f97950feadb45b07/"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bl.ocks.org/phuonghuynh/raw/54a2f97950feadb45b07/" TargetMode="External"/><Relationship Id="rId1" Type="http://schemas.openxmlformats.org/officeDocument/2006/relationships/slideLayout" Target="../slideLayouts/slideLayout9.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Before The Floods...	</a:t>
            </a:r>
          </a:p>
        </p:txBody>
      </p:sp>
      <p:sp>
        <p:nvSpPr>
          <p:cNvPr id="3" name="Subtitle 2"/>
          <p:cNvSpPr>
            <a:spLocks noGrp="1"/>
          </p:cNvSpPr>
          <p:nvPr>
            <p:ph type="subTitle" idx="1"/>
          </p:nvPr>
        </p:nvSpPr>
        <p:spPr>
          <a:xfrm>
            <a:off x="1097280" y="4777380"/>
            <a:ext cx="10058400" cy="861420"/>
          </a:xfrm>
        </p:spPr>
        <p:txBody>
          <a:bodyPr>
            <a:normAutofit fontScale="92500"/>
          </a:bodyPr>
          <a:lstStyle/>
          <a:p>
            <a:r>
              <a:rPr lang="en-US" dirty="0"/>
              <a:t>Chintan Jariwala | Param Mehta | </a:t>
            </a:r>
            <a:r>
              <a:rPr lang="en-US" dirty="0" err="1"/>
              <a:t>Perikumar</a:t>
            </a:r>
            <a:r>
              <a:rPr lang="en-US" dirty="0"/>
              <a:t> Javia| Sharvil </a:t>
            </a:r>
            <a:r>
              <a:rPr lang="en-US" dirty="0" err="1"/>
              <a:t>ShaH</a:t>
            </a:r>
            <a:br>
              <a:rPr lang="en-US" dirty="0"/>
            </a:br>
            <a:r>
              <a:rPr lang="en-US" dirty="0"/>
              <a:t>CSE 578: Data Visualization</a:t>
            </a:r>
          </a:p>
        </p:txBody>
      </p:sp>
    </p:spTree>
    <p:extLst>
      <p:ext uri="{BB962C8B-B14F-4D97-AF65-F5344CB8AC3E}">
        <p14:creationId xmlns:p14="http://schemas.microsoft.com/office/powerpoint/2010/main" val="40054406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Presentation Contents</a:t>
            </a:r>
          </a:p>
        </p:txBody>
      </p:sp>
      <p:sp>
        <p:nvSpPr>
          <p:cNvPr id="3" name="Content Placeholder 2"/>
          <p:cNvSpPr>
            <a:spLocks noGrp="1"/>
          </p:cNvSpPr>
          <p:nvPr>
            <p:ph sz="half" idx="1"/>
          </p:nvPr>
        </p:nvSpPr>
        <p:spPr/>
        <p:txBody>
          <a:bodyPr/>
          <a:lstStyle/>
          <a:p>
            <a:pPr algn="just"/>
            <a:r>
              <a:rPr lang="en-US" dirty="0"/>
              <a:t>This power point presentation lays out what our project team has been doing and also presenting the design mockups of things that we are going to implement in the final project.</a:t>
            </a:r>
          </a:p>
        </p:txBody>
      </p:sp>
      <p:pic>
        <p:nvPicPr>
          <p:cNvPr id="8" name="Content Placeholder 7"/>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6131467" y="1845733"/>
            <a:ext cx="5142122" cy="3339877"/>
          </a:xfrm>
        </p:spPr>
      </p:pic>
    </p:spTree>
    <p:extLst>
      <p:ext uri="{BB962C8B-B14F-4D97-AF65-F5344CB8AC3E}">
        <p14:creationId xmlns:p14="http://schemas.microsoft.com/office/powerpoint/2010/main" val="11566788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Visualization</a:t>
            </a:r>
          </a:p>
        </p:txBody>
      </p:sp>
      <p:graphicFrame>
        <p:nvGraphicFramePr>
          <p:cNvPr id="6" name="Content Placeholder 3"/>
          <p:cNvGraphicFramePr>
            <a:graphicFrameLocks noGrp="1"/>
          </p:cNvGraphicFramePr>
          <p:nvPr>
            <p:ph idx="1"/>
            <p:extLst>
              <p:ext uri="{D42A27DB-BD31-4B8C-83A1-F6EECF244321}">
                <p14:modId xmlns:p14="http://schemas.microsoft.com/office/powerpoint/2010/main" val="926716871"/>
              </p:ext>
            </p:extLst>
          </p:nvPr>
        </p:nvGraphicFramePr>
        <p:xfrm>
          <a:off x="1096963" y="1846263"/>
          <a:ext cx="7758113" cy="4164490"/>
        </p:xfrm>
        <a:graphic>
          <a:graphicData uri="http://schemas.openxmlformats.org/drawingml/2006/table">
            <a:tbl>
              <a:tblPr firstRow="1" bandRow="1">
                <a:tableStyleId>{5C22544A-7EE6-4342-B048-85BDC9FD1C3A}</a:tableStyleId>
              </a:tblPr>
              <a:tblGrid>
                <a:gridCol w="3701965">
                  <a:extLst>
                    <a:ext uri="{9D8B030D-6E8A-4147-A177-3AD203B41FA5}">
                      <a16:colId xmlns:a16="http://schemas.microsoft.com/office/drawing/2014/main" val="20000"/>
                    </a:ext>
                  </a:extLst>
                </a:gridCol>
                <a:gridCol w="2227305">
                  <a:extLst>
                    <a:ext uri="{9D8B030D-6E8A-4147-A177-3AD203B41FA5}">
                      <a16:colId xmlns:a16="http://schemas.microsoft.com/office/drawing/2014/main" val="20001"/>
                    </a:ext>
                  </a:extLst>
                </a:gridCol>
                <a:gridCol w="1828843">
                  <a:extLst>
                    <a:ext uri="{9D8B030D-6E8A-4147-A177-3AD203B41FA5}">
                      <a16:colId xmlns:a16="http://schemas.microsoft.com/office/drawing/2014/main" val="20002"/>
                    </a:ext>
                  </a:extLst>
                </a:gridCol>
              </a:tblGrid>
              <a:tr h="576866">
                <a:tc>
                  <a:txBody>
                    <a:bodyPr/>
                    <a:lstStyle/>
                    <a:p>
                      <a:pPr algn="ctr"/>
                      <a:r>
                        <a:rPr lang="en-US" dirty="0"/>
                        <a:t>Visualization Name</a:t>
                      </a:r>
                    </a:p>
                  </a:txBody>
                  <a:tcPr marL="102796" marR="102796" anchor="ctr"/>
                </a:tc>
                <a:tc>
                  <a:txBody>
                    <a:bodyPr/>
                    <a:lstStyle/>
                    <a:p>
                      <a:pPr algn="ctr"/>
                      <a:r>
                        <a:rPr lang="en-IN" dirty="0"/>
                        <a:t>Working</a:t>
                      </a:r>
                      <a:r>
                        <a:rPr lang="en-US" dirty="0"/>
                        <a:t>/ Developed</a:t>
                      </a:r>
                    </a:p>
                  </a:txBody>
                  <a:tcPr marL="102796" marR="102796" anchor="ctr"/>
                </a:tc>
                <a:tc>
                  <a:txBody>
                    <a:bodyPr/>
                    <a:lstStyle/>
                    <a:p>
                      <a:pPr algn="ctr"/>
                      <a:r>
                        <a:rPr lang="en-IN" dirty="0"/>
                        <a:t>To be Developed</a:t>
                      </a:r>
                      <a:endParaRPr lang="en-US" dirty="0"/>
                    </a:p>
                  </a:txBody>
                  <a:tcPr marL="102796" marR="102796" anchor="ctr"/>
                </a:tc>
                <a:extLst>
                  <a:ext uri="{0D108BD9-81ED-4DB2-BD59-A6C34878D82A}">
                    <a16:rowId xmlns:a16="http://schemas.microsoft.com/office/drawing/2014/main" val="10000"/>
                  </a:ext>
                </a:extLst>
              </a:tr>
              <a:tr h="576866">
                <a:tc>
                  <a:txBody>
                    <a:bodyPr/>
                    <a:lstStyle/>
                    <a:p>
                      <a:pPr algn="ctr"/>
                      <a:r>
                        <a:rPr lang="en-US" dirty="0"/>
                        <a:t>Selection of City and Weather Graph.</a:t>
                      </a:r>
                    </a:p>
                  </a:txBody>
                  <a:tcPr marL="102796" marR="102796" anchor="ctr"/>
                </a:tc>
                <a:tc>
                  <a:txBody>
                    <a:bodyPr/>
                    <a:lstStyle/>
                    <a:p>
                      <a:pPr algn="ctr"/>
                      <a:r>
                        <a:rPr lang="en-US" dirty="0">
                          <a:sym typeface="Wingdings" panose="05000000000000000000" pitchFamily="2" charset="2"/>
                        </a:rPr>
                        <a:t></a:t>
                      </a:r>
                      <a:endParaRPr lang="en-US" dirty="0"/>
                    </a:p>
                  </a:txBody>
                  <a:tcPr marL="102796" marR="102796" anchor="ctr"/>
                </a:tc>
                <a:tc>
                  <a:txBody>
                    <a:bodyPr/>
                    <a:lstStyle/>
                    <a:p>
                      <a:pPr algn="ctr"/>
                      <a:r>
                        <a:rPr lang="en-US" dirty="0"/>
                        <a:t>-</a:t>
                      </a:r>
                    </a:p>
                  </a:txBody>
                  <a:tcPr marL="102796" marR="102796" anchor="ctr"/>
                </a:tc>
                <a:extLst>
                  <a:ext uri="{0D108BD9-81ED-4DB2-BD59-A6C34878D82A}">
                    <a16:rowId xmlns:a16="http://schemas.microsoft.com/office/drawing/2014/main" val="10001"/>
                  </a:ext>
                </a:extLst>
              </a:tr>
              <a:tr h="576866">
                <a:tc>
                  <a:txBody>
                    <a:bodyPr/>
                    <a:lstStyle/>
                    <a:p>
                      <a:pPr algn="ctr"/>
                      <a:r>
                        <a:rPr lang="en-US" dirty="0"/>
                        <a:t>Comparison of pollution index</a:t>
                      </a:r>
                    </a:p>
                  </a:txBody>
                  <a:tcPr marL="102796" marR="102796" anchor="ctr"/>
                </a:tc>
                <a:tc>
                  <a:txBody>
                    <a:bodyPr/>
                    <a:lstStyle/>
                    <a:p>
                      <a:pPr algn="ctr"/>
                      <a:r>
                        <a:rPr lang="en-US" dirty="0">
                          <a:sym typeface="Wingdings" panose="05000000000000000000" pitchFamily="2" charset="2"/>
                        </a:rPr>
                        <a:t></a:t>
                      </a:r>
                      <a:endParaRPr lang="en-US" dirty="0"/>
                    </a:p>
                  </a:txBody>
                  <a:tcPr marL="102796" marR="102796" anchor="ctr"/>
                </a:tc>
                <a:tc>
                  <a:txBody>
                    <a:bodyPr/>
                    <a:lstStyle/>
                    <a:p>
                      <a:pPr algn="ctr"/>
                      <a:r>
                        <a:rPr lang="en-US" dirty="0"/>
                        <a:t>-</a:t>
                      </a:r>
                    </a:p>
                  </a:txBody>
                  <a:tcPr marL="102796" marR="102796" anchor="ctr"/>
                </a:tc>
                <a:extLst>
                  <a:ext uri="{0D108BD9-81ED-4DB2-BD59-A6C34878D82A}">
                    <a16:rowId xmlns:a16="http://schemas.microsoft.com/office/drawing/2014/main" val="10002"/>
                  </a:ext>
                </a:extLst>
              </a:tr>
              <a:tr h="576866">
                <a:tc>
                  <a:txBody>
                    <a:bodyPr/>
                    <a:lstStyle/>
                    <a:p>
                      <a:pPr algn="ctr"/>
                      <a:r>
                        <a:rPr lang="en-US" dirty="0"/>
                        <a:t>Greenhouse Gas Emission</a:t>
                      </a:r>
                    </a:p>
                  </a:txBody>
                  <a:tcPr marL="102796" marR="102796" anchor="ct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dirty="0"/>
                        <a:t>-</a:t>
                      </a:r>
                    </a:p>
                  </a:txBody>
                  <a:tcPr marL="102796" marR="102796" anchor="ctr"/>
                </a:tc>
                <a:tc>
                  <a:txBody>
                    <a:bodyPr/>
                    <a:lstStyle/>
                    <a:p>
                      <a:pPr algn="ctr"/>
                      <a:r>
                        <a:rPr lang="en-US" dirty="0">
                          <a:sym typeface="Wingdings" panose="05000000000000000000" pitchFamily="2" charset="2"/>
                        </a:rPr>
                        <a:t></a:t>
                      </a:r>
                      <a:endParaRPr lang="en-US" dirty="0"/>
                    </a:p>
                  </a:txBody>
                  <a:tcPr marL="102796" marR="102796" anchor="ctr"/>
                </a:tc>
                <a:extLst>
                  <a:ext uri="{0D108BD9-81ED-4DB2-BD59-A6C34878D82A}">
                    <a16:rowId xmlns:a16="http://schemas.microsoft.com/office/drawing/2014/main" val="10003"/>
                  </a:ext>
                </a:extLst>
              </a:tr>
              <a:tr h="576866">
                <a:tc>
                  <a:txBody>
                    <a:bodyPr/>
                    <a:lstStyle/>
                    <a:p>
                      <a:pPr algn="ctr"/>
                      <a:r>
                        <a:rPr lang="en-US" dirty="0"/>
                        <a:t>Forest Data</a:t>
                      </a:r>
                    </a:p>
                  </a:txBody>
                  <a:tcPr marL="102796" marR="102796" anchor="ct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dirty="0"/>
                        <a:t>-</a:t>
                      </a:r>
                    </a:p>
                  </a:txBody>
                  <a:tcPr marL="102796" marR="102796" anchor="ctr"/>
                </a:tc>
                <a:tc>
                  <a:txBody>
                    <a:bodyPr/>
                    <a:lstStyle/>
                    <a:p>
                      <a:pPr algn="ctr"/>
                      <a:r>
                        <a:rPr lang="en-US" dirty="0">
                          <a:sym typeface="Wingdings" panose="05000000000000000000" pitchFamily="2" charset="2"/>
                        </a:rPr>
                        <a:t></a:t>
                      </a:r>
                      <a:endParaRPr lang="en-US" dirty="0"/>
                    </a:p>
                  </a:txBody>
                  <a:tcPr marL="102796" marR="102796" anchor="ctr"/>
                </a:tc>
                <a:extLst>
                  <a:ext uri="{0D108BD9-81ED-4DB2-BD59-A6C34878D82A}">
                    <a16:rowId xmlns:a16="http://schemas.microsoft.com/office/drawing/2014/main" val="10004"/>
                  </a:ext>
                </a:extLst>
              </a:tr>
              <a:tr h="576866">
                <a:tc>
                  <a:txBody>
                    <a:bodyPr/>
                    <a:lstStyle/>
                    <a:p>
                      <a:pPr algn="ctr"/>
                      <a:r>
                        <a:rPr lang="en-US" dirty="0"/>
                        <a:t>CO</a:t>
                      </a:r>
                      <a:r>
                        <a:rPr lang="en-US" sz="1200" dirty="0"/>
                        <a:t>2</a:t>
                      </a:r>
                      <a:r>
                        <a:rPr lang="en-US" dirty="0"/>
                        <a:t> Emission – By country</a:t>
                      </a:r>
                    </a:p>
                  </a:txBody>
                  <a:tcPr marL="102796" marR="102796" anchor="ct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IN" dirty="0"/>
                        <a:t>-</a:t>
                      </a:r>
                      <a:endParaRPr lang="en-US" dirty="0"/>
                    </a:p>
                  </a:txBody>
                  <a:tcPr marL="102796" marR="102796"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ym typeface="Wingdings" panose="05000000000000000000" pitchFamily="2" charset="2"/>
                        </a:rPr>
                        <a:t></a:t>
                      </a:r>
                      <a:endParaRPr lang="en-US" dirty="0"/>
                    </a:p>
                    <a:p>
                      <a:pPr algn="ctr"/>
                      <a:endParaRPr lang="en-US" dirty="0"/>
                    </a:p>
                  </a:txBody>
                  <a:tcPr marL="102796" marR="102796" anchor="ctr"/>
                </a:tc>
                <a:extLst>
                  <a:ext uri="{0D108BD9-81ED-4DB2-BD59-A6C34878D82A}">
                    <a16:rowId xmlns:a16="http://schemas.microsoft.com/office/drawing/2014/main" val="2455359563"/>
                  </a:ext>
                </a:extLst>
              </a:tr>
              <a:tr h="576866">
                <a:tc>
                  <a:txBody>
                    <a:bodyPr/>
                    <a:lstStyle/>
                    <a:p>
                      <a:pPr algn="ctr"/>
                      <a:r>
                        <a:rPr lang="en-US" dirty="0"/>
                        <a:t>CO</a:t>
                      </a:r>
                      <a:r>
                        <a:rPr lang="en-US" sz="1200" dirty="0"/>
                        <a:t>2</a:t>
                      </a:r>
                      <a:r>
                        <a:rPr lang="en-US" dirty="0"/>
                        <a:t> Emission – By Source</a:t>
                      </a:r>
                    </a:p>
                  </a:txBody>
                  <a:tcPr marL="102796" marR="102796" anchor="ct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IN" dirty="0"/>
                        <a:t>-</a:t>
                      </a:r>
                      <a:endParaRPr lang="en-US" dirty="0"/>
                    </a:p>
                  </a:txBody>
                  <a:tcPr marL="102796" marR="102796"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ym typeface="Wingdings" panose="05000000000000000000" pitchFamily="2" charset="2"/>
                        </a:rPr>
                        <a:t></a:t>
                      </a:r>
                      <a:endParaRPr lang="en-US" dirty="0"/>
                    </a:p>
                    <a:p>
                      <a:pPr algn="ctr"/>
                      <a:endParaRPr lang="en-US" dirty="0"/>
                    </a:p>
                  </a:txBody>
                  <a:tcPr marL="102796" marR="102796" anchor="ctr"/>
                </a:tc>
                <a:extLst>
                  <a:ext uri="{0D108BD9-81ED-4DB2-BD59-A6C34878D82A}">
                    <a16:rowId xmlns:a16="http://schemas.microsoft.com/office/drawing/2014/main" val="2347445049"/>
                  </a:ext>
                </a:extLst>
              </a:tr>
            </a:tbl>
          </a:graphicData>
        </a:graphic>
      </p:graphicFrame>
    </p:spTree>
    <p:extLst>
      <p:ext uri="{BB962C8B-B14F-4D97-AF65-F5344CB8AC3E}">
        <p14:creationId xmlns:p14="http://schemas.microsoft.com/office/powerpoint/2010/main" val="37111575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4294967295"/>
            <p:extLst>
              <p:ext uri="{D42A27DB-BD31-4B8C-83A1-F6EECF244321}">
                <p14:modId xmlns:p14="http://schemas.microsoft.com/office/powerpoint/2010/main" val="135320564"/>
              </p:ext>
            </p:extLst>
          </p:nvPr>
        </p:nvGraphicFramePr>
        <p:xfrm>
          <a:off x="0" y="0"/>
          <a:ext cx="12192000" cy="630232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273482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p:cNvPicPr>
            <a:picLocks noGrp="1" noChangeAspect="1"/>
          </p:cNvPicPr>
          <p:nvPr>
            <p:ph type="pic" idx="1"/>
          </p:nvPr>
        </p:nvPicPr>
        <p:blipFill>
          <a:blip r:embed="rId3" cstate="print">
            <a:extLst>
              <a:ext uri="{28A0092B-C50C-407E-A947-70E740481C1C}">
                <a14:useLocalDpi xmlns:a14="http://schemas.microsoft.com/office/drawing/2010/main" val="0"/>
              </a:ext>
            </a:extLst>
          </a:blip>
          <a:stretch>
            <a:fillRect/>
          </a:stretch>
        </p:blipFill>
        <p:spPr>
          <a:xfrm>
            <a:off x="2160104" y="0"/>
            <a:ext cx="7911548" cy="4915076"/>
          </a:xfrm>
        </p:spPr>
      </p:pic>
      <p:sp>
        <p:nvSpPr>
          <p:cNvPr id="11" name="Title 1"/>
          <p:cNvSpPr>
            <a:spLocks noGrp="1"/>
          </p:cNvSpPr>
          <p:nvPr>
            <p:ph type="title"/>
          </p:nvPr>
        </p:nvSpPr>
        <p:spPr>
          <a:xfrm>
            <a:off x="1059055" y="5145258"/>
            <a:ext cx="10113645" cy="822960"/>
          </a:xfrm>
        </p:spPr>
        <p:txBody>
          <a:bodyPr anchor="t"/>
          <a:lstStyle/>
          <a:p>
            <a:r>
              <a:rPr lang="en-US" dirty="0"/>
              <a:t>Visualization 1 : Selection of City and Weather Graph.</a:t>
            </a:r>
          </a:p>
        </p:txBody>
      </p:sp>
      <p:pic>
        <p:nvPicPr>
          <p:cNvPr id="15" name="Picture 14"/>
          <p:cNvPicPr>
            <a:picLocks noChangeAspect="1"/>
          </p:cNvPicPr>
          <p:nvPr/>
        </p:nvPicPr>
        <p:blipFill>
          <a:blip r:embed="rId4"/>
          <a:stretch>
            <a:fillRect/>
          </a:stretch>
        </p:blipFill>
        <p:spPr>
          <a:xfrm>
            <a:off x="2160104" y="-1"/>
            <a:ext cx="7911548" cy="4915077"/>
          </a:xfrm>
          <a:prstGeom prst="rect">
            <a:avLst/>
          </a:prstGeom>
        </p:spPr>
      </p:pic>
      <p:sp>
        <p:nvSpPr>
          <p:cNvPr id="16" name="Title 1"/>
          <p:cNvSpPr txBox="1">
            <a:spLocks/>
          </p:cNvSpPr>
          <p:nvPr/>
        </p:nvSpPr>
        <p:spPr>
          <a:xfrm>
            <a:off x="1230244" y="6330462"/>
            <a:ext cx="4354630" cy="313005"/>
          </a:xfrm>
          <a:prstGeom prst="rect">
            <a:avLst/>
          </a:prstGeom>
        </p:spPr>
        <p:txBody>
          <a:bodyPr vert="horz" lIns="91440" tIns="0" rIns="91440" bIns="0" rtlCol="0" anchor="t">
            <a:noAutofit/>
          </a:bodyPr>
          <a:lstStyle>
            <a:lvl1pPr algn="l" defTabSz="914400" rtl="0" eaLnBrk="1" latinLnBrk="0" hangingPunct="1">
              <a:lnSpc>
                <a:spcPct val="85000"/>
              </a:lnSpc>
              <a:spcBef>
                <a:spcPct val="0"/>
              </a:spcBef>
              <a:buNone/>
              <a:defRPr sz="3600" b="0" kern="1200" spc="-50" baseline="0">
                <a:solidFill>
                  <a:srgbClr val="FFFFFF"/>
                </a:solidFill>
                <a:latin typeface="+mj-lt"/>
                <a:ea typeface="+mj-ea"/>
                <a:cs typeface="+mj-cs"/>
              </a:defRPr>
            </a:lvl1pPr>
          </a:lstStyle>
          <a:p>
            <a:endParaRPr lang="en-US" dirty="0"/>
          </a:p>
        </p:txBody>
      </p:sp>
      <p:sp>
        <p:nvSpPr>
          <p:cNvPr id="7" name="Title 1"/>
          <p:cNvSpPr txBox="1">
            <a:spLocks/>
          </p:cNvSpPr>
          <p:nvPr/>
        </p:nvSpPr>
        <p:spPr>
          <a:xfrm>
            <a:off x="1173972" y="6198400"/>
            <a:ext cx="9236119" cy="445067"/>
          </a:xfrm>
          <a:prstGeom prst="rect">
            <a:avLst/>
          </a:prstGeom>
        </p:spPr>
        <p:txBody>
          <a:bodyPr vert="horz" lIns="91440" tIns="0" rIns="91440" bIns="0" rtlCol="0" anchor="t">
            <a:noAutofit/>
          </a:bodyPr>
          <a:lstStyle>
            <a:lvl1pPr algn="l" defTabSz="914400" rtl="0" eaLnBrk="1" latinLnBrk="0" hangingPunct="1">
              <a:lnSpc>
                <a:spcPct val="85000"/>
              </a:lnSpc>
              <a:spcBef>
                <a:spcPct val="0"/>
              </a:spcBef>
              <a:buNone/>
              <a:defRPr sz="3600" b="0" kern="1200" spc="-50" baseline="0">
                <a:solidFill>
                  <a:srgbClr val="FFFFFF"/>
                </a:solidFill>
                <a:latin typeface="+mj-lt"/>
                <a:ea typeface="+mj-ea"/>
                <a:cs typeface="+mj-cs"/>
              </a:defRPr>
            </a:lvl1pPr>
          </a:lstStyle>
          <a:p>
            <a:r>
              <a:rPr lang="en-US" sz="1400" dirty="0"/>
              <a:t>Source : </a:t>
            </a:r>
            <a:r>
              <a:rPr lang="en-US" sz="1400" dirty="0">
                <a:hlinkClick r:id="rId5"/>
              </a:rPr>
              <a:t>http://bl.ocks.org/kylesb/raw/be541e2d6102900b9ed99e0d7141c13b/</a:t>
            </a:r>
            <a:endParaRPr lang="en-US" sz="1400" dirty="0"/>
          </a:p>
          <a:p>
            <a:endParaRPr lang="en-US" dirty="0"/>
          </a:p>
        </p:txBody>
      </p:sp>
    </p:spTree>
    <p:extLst>
      <p:ext uri="{BB962C8B-B14F-4D97-AF65-F5344CB8AC3E}">
        <p14:creationId xmlns:p14="http://schemas.microsoft.com/office/powerpoint/2010/main" val="4238091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p:cNvPicPr>
            <a:picLocks noGrp="1" noChangeAspect="1"/>
          </p:cNvPicPr>
          <p:nvPr>
            <p:ph type="pic" idx="1"/>
          </p:nvPr>
        </p:nvPicPr>
        <p:blipFill>
          <a:blip r:embed="rId3" cstate="print">
            <a:extLst>
              <a:ext uri="{28A0092B-C50C-407E-A947-70E740481C1C}">
                <a14:useLocalDpi xmlns:a14="http://schemas.microsoft.com/office/drawing/2010/main" val="0"/>
              </a:ext>
            </a:extLst>
          </a:blip>
          <a:stretch>
            <a:fillRect/>
          </a:stretch>
        </p:blipFill>
        <p:spPr>
          <a:xfrm>
            <a:off x="2160104" y="0"/>
            <a:ext cx="7911548" cy="4915076"/>
          </a:xfrm>
        </p:spPr>
      </p:pic>
      <p:sp>
        <p:nvSpPr>
          <p:cNvPr id="4" name="Title 1"/>
          <p:cNvSpPr txBox="1">
            <a:spLocks/>
          </p:cNvSpPr>
          <p:nvPr/>
        </p:nvSpPr>
        <p:spPr>
          <a:xfrm>
            <a:off x="1059055" y="5145258"/>
            <a:ext cx="10113645" cy="822960"/>
          </a:xfrm>
          <a:prstGeom prst="rect">
            <a:avLst/>
          </a:prstGeom>
        </p:spPr>
        <p:txBody>
          <a:bodyPr vert="horz" lIns="91440" tIns="0" rIns="91440" bIns="0" rtlCol="0" anchor="t">
            <a:noAutofit/>
          </a:bodyPr>
          <a:lstStyle>
            <a:lvl1pPr algn="l" defTabSz="914400" rtl="0" eaLnBrk="1" latinLnBrk="0" hangingPunct="1">
              <a:lnSpc>
                <a:spcPct val="85000"/>
              </a:lnSpc>
              <a:spcBef>
                <a:spcPct val="0"/>
              </a:spcBef>
              <a:buNone/>
              <a:defRPr sz="3600" b="0" kern="1200" spc="-50" baseline="0">
                <a:solidFill>
                  <a:srgbClr val="FFFFFF"/>
                </a:solidFill>
                <a:latin typeface="+mj-lt"/>
                <a:ea typeface="+mj-ea"/>
                <a:cs typeface="+mj-cs"/>
              </a:defRPr>
            </a:lvl1pPr>
          </a:lstStyle>
          <a:p>
            <a:r>
              <a:rPr lang="en-US" dirty="0"/>
              <a:t>Visualization 2 : Comparison of pollution index.</a:t>
            </a:r>
          </a:p>
        </p:txBody>
      </p:sp>
    </p:spTree>
    <p:extLst>
      <p:ext uri="{BB962C8B-B14F-4D97-AF65-F5344CB8AC3E}">
        <p14:creationId xmlns:p14="http://schemas.microsoft.com/office/powerpoint/2010/main" val="38189680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Placeholder 14"/>
          <p:cNvPicPr>
            <a:picLocks noGrp="1" noChangeAspect="1"/>
          </p:cNvPicPr>
          <p:nvPr>
            <p:ph type="pic" idx="1"/>
          </p:nvPr>
        </p:nvPicPr>
        <p:blipFill>
          <a:blip r:embed="rId3">
            <a:extLst>
              <a:ext uri="{28A0092B-C50C-407E-A947-70E740481C1C}">
                <a14:useLocalDpi xmlns:a14="http://schemas.microsoft.com/office/drawing/2010/main" val="0"/>
              </a:ext>
            </a:extLst>
          </a:blip>
          <a:stretch>
            <a:fillRect/>
          </a:stretch>
        </p:blipFill>
        <p:spPr>
          <a:xfrm>
            <a:off x="2102126" y="0"/>
            <a:ext cx="7987763" cy="4915076"/>
          </a:xfrm>
        </p:spPr>
      </p:pic>
      <p:sp>
        <p:nvSpPr>
          <p:cNvPr id="18" name="Title 1"/>
          <p:cNvSpPr txBox="1">
            <a:spLocks/>
          </p:cNvSpPr>
          <p:nvPr/>
        </p:nvSpPr>
        <p:spPr>
          <a:xfrm>
            <a:off x="1059055" y="5145258"/>
            <a:ext cx="10113645" cy="822960"/>
          </a:xfrm>
          <a:prstGeom prst="rect">
            <a:avLst/>
          </a:prstGeom>
        </p:spPr>
        <p:txBody>
          <a:bodyPr vert="horz" lIns="91440" tIns="0" rIns="91440" bIns="0" rtlCol="0" anchor="t">
            <a:noAutofit/>
          </a:bodyPr>
          <a:lstStyle>
            <a:lvl1pPr algn="l" defTabSz="914400" rtl="0" eaLnBrk="1" latinLnBrk="0" hangingPunct="1">
              <a:lnSpc>
                <a:spcPct val="85000"/>
              </a:lnSpc>
              <a:spcBef>
                <a:spcPct val="0"/>
              </a:spcBef>
              <a:buNone/>
              <a:defRPr sz="3600" b="0" kern="1200" spc="-50" baseline="0">
                <a:solidFill>
                  <a:srgbClr val="FFFFFF"/>
                </a:solidFill>
                <a:latin typeface="+mj-lt"/>
                <a:ea typeface="+mj-ea"/>
                <a:cs typeface="+mj-cs"/>
              </a:defRPr>
            </a:lvl1pPr>
          </a:lstStyle>
          <a:p>
            <a:r>
              <a:rPr lang="en-US" dirty="0"/>
              <a:t>Visualization 3 : Greenhouse Gas Source Emission.</a:t>
            </a:r>
          </a:p>
        </p:txBody>
      </p:sp>
      <p:sp>
        <p:nvSpPr>
          <p:cNvPr id="19" name="Title 1"/>
          <p:cNvSpPr txBox="1">
            <a:spLocks/>
          </p:cNvSpPr>
          <p:nvPr/>
        </p:nvSpPr>
        <p:spPr>
          <a:xfrm>
            <a:off x="1230243" y="6198400"/>
            <a:ext cx="9236119" cy="445067"/>
          </a:xfrm>
          <a:prstGeom prst="rect">
            <a:avLst/>
          </a:prstGeom>
        </p:spPr>
        <p:txBody>
          <a:bodyPr vert="horz" lIns="91440" tIns="0" rIns="91440" bIns="0" rtlCol="0" anchor="t">
            <a:noAutofit/>
          </a:bodyPr>
          <a:lstStyle>
            <a:lvl1pPr algn="l" defTabSz="914400" rtl="0" eaLnBrk="1" latinLnBrk="0" hangingPunct="1">
              <a:lnSpc>
                <a:spcPct val="85000"/>
              </a:lnSpc>
              <a:spcBef>
                <a:spcPct val="0"/>
              </a:spcBef>
              <a:buNone/>
              <a:defRPr sz="3600" b="0" kern="1200" spc="-50" baseline="0">
                <a:solidFill>
                  <a:srgbClr val="FFFFFF"/>
                </a:solidFill>
                <a:latin typeface="+mj-lt"/>
                <a:ea typeface="+mj-ea"/>
                <a:cs typeface="+mj-cs"/>
              </a:defRPr>
            </a:lvl1pPr>
          </a:lstStyle>
          <a:p>
            <a:r>
              <a:rPr lang="en-US" sz="1400" dirty="0"/>
              <a:t>Source : </a:t>
            </a:r>
            <a:r>
              <a:rPr lang="en-IN" sz="1400" dirty="0">
                <a:hlinkClick r:id="rId4"/>
              </a:rPr>
              <a:t>https://www.theguardian.com/environment/ng-interactive/2014/dec/01/carbon-emissions-past-present-and-future-interactive</a:t>
            </a:r>
            <a:endParaRPr lang="en-US" dirty="0"/>
          </a:p>
        </p:txBody>
      </p:sp>
    </p:spTree>
    <p:extLst>
      <p:ext uri="{BB962C8B-B14F-4D97-AF65-F5344CB8AC3E}">
        <p14:creationId xmlns:p14="http://schemas.microsoft.com/office/powerpoint/2010/main" val="11145105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a:blip r:embed="rId2">
            <a:extLst>
              <a:ext uri="{28A0092B-C50C-407E-A947-70E740481C1C}">
                <a14:useLocalDpi xmlns:a14="http://schemas.microsoft.com/office/drawing/2010/main" val="0"/>
              </a:ext>
            </a:extLst>
          </a:blip>
          <a:stretch>
            <a:fillRect/>
          </a:stretch>
        </p:blipFill>
        <p:spPr>
          <a:xfrm>
            <a:off x="1356471" y="0"/>
            <a:ext cx="9479073" cy="4915076"/>
          </a:xfrm>
        </p:spPr>
      </p:pic>
      <p:sp>
        <p:nvSpPr>
          <p:cNvPr id="6" name="Title 1"/>
          <p:cNvSpPr txBox="1">
            <a:spLocks/>
          </p:cNvSpPr>
          <p:nvPr/>
        </p:nvSpPr>
        <p:spPr>
          <a:xfrm>
            <a:off x="1059055" y="5145258"/>
            <a:ext cx="10113645" cy="822960"/>
          </a:xfrm>
          <a:prstGeom prst="rect">
            <a:avLst/>
          </a:prstGeom>
        </p:spPr>
        <p:txBody>
          <a:bodyPr vert="horz" lIns="91440" tIns="0" rIns="91440" bIns="0" rtlCol="0" anchor="t">
            <a:noAutofit/>
          </a:bodyPr>
          <a:lstStyle>
            <a:lvl1pPr algn="l" defTabSz="914400" rtl="0" eaLnBrk="1" latinLnBrk="0" hangingPunct="1">
              <a:lnSpc>
                <a:spcPct val="85000"/>
              </a:lnSpc>
              <a:spcBef>
                <a:spcPct val="0"/>
              </a:spcBef>
              <a:buNone/>
              <a:defRPr sz="3600" b="0" kern="1200" spc="-50" baseline="0">
                <a:solidFill>
                  <a:srgbClr val="FFFFFF"/>
                </a:solidFill>
                <a:latin typeface="+mj-lt"/>
                <a:ea typeface="+mj-ea"/>
                <a:cs typeface="+mj-cs"/>
              </a:defRPr>
            </a:lvl1pPr>
          </a:lstStyle>
          <a:p>
            <a:r>
              <a:rPr lang="en-US" dirty="0"/>
              <a:t>Visualization 4 : Forest Data</a:t>
            </a:r>
          </a:p>
        </p:txBody>
      </p:sp>
      <p:sp>
        <p:nvSpPr>
          <p:cNvPr id="7" name="Title 1"/>
          <p:cNvSpPr txBox="1">
            <a:spLocks/>
          </p:cNvSpPr>
          <p:nvPr/>
        </p:nvSpPr>
        <p:spPr>
          <a:xfrm>
            <a:off x="1173972" y="6198400"/>
            <a:ext cx="9236119" cy="445067"/>
          </a:xfrm>
          <a:prstGeom prst="rect">
            <a:avLst/>
          </a:prstGeom>
        </p:spPr>
        <p:txBody>
          <a:bodyPr vert="horz" lIns="91440" tIns="0" rIns="91440" bIns="0" rtlCol="0" anchor="t">
            <a:noAutofit/>
          </a:bodyPr>
          <a:lstStyle>
            <a:lvl1pPr algn="l" defTabSz="914400" rtl="0" eaLnBrk="1" latinLnBrk="0" hangingPunct="1">
              <a:lnSpc>
                <a:spcPct val="85000"/>
              </a:lnSpc>
              <a:spcBef>
                <a:spcPct val="0"/>
              </a:spcBef>
              <a:buNone/>
              <a:defRPr sz="3600" b="0" kern="1200" spc="-50" baseline="0">
                <a:solidFill>
                  <a:srgbClr val="FFFFFF"/>
                </a:solidFill>
                <a:latin typeface="+mj-lt"/>
                <a:ea typeface="+mj-ea"/>
                <a:cs typeface="+mj-cs"/>
              </a:defRPr>
            </a:lvl1pPr>
          </a:lstStyle>
          <a:p>
            <a:r>
              <a:rPr lang="en-US" sz="1400" dirty="0"/>
              <a:t>Source : </a:t>
            </a:r>
            <a:r>
              <a:rPr lang="en-IN" sz="1400" dirty="0">
                <a:hlinkClick r:id="rId3"/>
              </a:rPr>
              <a:t>https://bl.ocks.org/rhuille/raw/583877d1d5f82d186a87d6145055340f/</a:t>
            </a:r>
            <a:endParaRPr lang="en-US" dirty="0"/>
          </a:p>
        </p:txBody>
      </p:sp>
    </p:spTree>
    <p:extLst>
      <p:ext uri="{BB962C8B-B14F-4D97-AF65-F5344CB8AC3E}">
        <p14:creationId xmlns:p14="http://schemas.microsoft.com/office/powerpoint/2010/main" val="15702341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2">
            <a:extLst>
              <a:ext uri="{28A0092B-C50C-407E-A947-70E740481C1C}">
                <a14:useLocalDpi xmlns:a14="http://schemas.microsoft.com/office/drawing/2010/main" val="0"/>
              </a:ext>
            </a:extLst>
          </a:blip>
          <a:srcRect l="-4250" r="4250" b="4951"/>
          <a:stretch/>
        </p:blipFill>
        <p:spPr>
          <a:xfrm>
            <a:off x="5866228" y="-20821"/>
            <a:ext cx="6325772" cy="4991100"/>
          </a:xfrm>
          <a:prstGeom prst="rect">
            <a:avLst/>
          </a:prstGeom>
        </p:spPr>
      </p:pic>
      <p:pic>
        <p:nvPicPr>
          <p:cNvPr id="14" name="Picture 13"/>
          <p:cNvPicPr>
            <a:picLocks noChangeAspect="1"/>
          </p:cNvPicPr>
          <p:nvPr/>
        </p:nvPicPr>
        <p:blipFill>
          <a:blip r:embed="rId3"/>
          <a:stretch>
            <a:fillRect/>
          </a:stretch>
        </p:blipFill>
        <p:spPr>
          <a:xfrm>
            <a:off x="0" y="-20821"/>
            <a:ext cx="6143625" cy="4991100"/>
          </a:xfrm>
          <a:prstGeom prst="rect">
            <a:avLst/>
          </a:prstGeom>
        </p:spPr>
      </p:pic>
      <p:sp>
        <p:nvSpPr>
          <p:cNvPr id="17" name="Title 1"/>
          <p:cNvSpPr txBox="1">
            <a:spLocks/>
          </p:cNvSpPr>
          <p:nvPr/>
        </p:nvSpPr>
        <p:spPr>
          <a:xfrm>
            <a:off x="1059055" y="5145258"/>
            <a:ext cx="10113645" cy="822960"/>
          </a:xfrm>
          <a:prstGeom prst="rect">
            <a:avLst/>
          </a:prstGeom>
        </p:spPr>
        <p:txBody>
          <a:bodyPr vert="horz" lIns="91440" tIns="0" rIns="91440" bIns="0" rtlCol="0" anchor="t">
            <a:noAutofit/>
          </a:bodyPr>
          <a:lstStyle>
            <a:lvl1pPr algn="l" defTabSz="914400" rtl="0" eaLnBrk="1" latinLnBrk="0" hangingPunct="1">
              <a:lnSpc>
                <a:spcPct val="85000"/>
              </a:lnSpc>
              <a:spcBef>
                <a:spcPct val="0"/>
              </a:spcBef>
              <a:buNone/>
              <a:defRPr sz="3600" b="0" kern="1200" spc="-50" baseline="0">
                <a:solidFill>
                  <a:srgbClr val="FFFFFF"/>
                </a:solidFill>
                <a:latin typeface="+mj-lt"/>
                <a:ea typeface="+mj-ea"/>
                <a:cs typeface="+mj-cs"/>
              </a:defRPr>
            </a:lvl1pPr>
          </a:lstStyle>
          <a:p>
            <a:r>
              <a:rPr lang="en-US" dirty="0"/>
              <a:t>Visualization 5 : CO</a:t>
            </a:r>
            <a:r>
              <a:rPr lang="en-US" sz="2000" dirty="0"/>
              <a:t>2</a:t>
            </a:r>
            <a:r>
              <a:rPr lang="en-US" dirty="0"/>
              <a:t> Emission - Source</a:t>
            </a:r>
          </a:p>
        </p:txBody>
      </p:sp>
      <p:sp>
        <p:nvSpPr>
          <p:cNvPr id="18" name="Title 1"/>
          <p:cNvSpPr txBox="1">
            <a:spLocks/>
          </p:cNvSpPr>
          <p:nvPr/>
        </p:nvSpPr>
        <p:spPr>
          <a:xfrm>
            <a:off x="1059055" y="6143197"/>
            <a:ext cx="9236119" cy="445067"/>
          </a:xfrm>
          <a:prstGeom prst="rect">
            <a:avLst/>
          </a:prstGeom>
        </p:spPr>
        <p:txBody>
          <a:bodyPr vert="horz" lIns="91440" tIns="0" rIns="91440" bIns="0" rtlCol="0" anchor="t">
            <a:noAutofit/>
          </a:bodyPr>
          <a:lstStyle>
            <a:lvl1pPr algn="l" defTabSz="914400" rtl="0" eaLnBrk="1" latinLnBrk="0" hangingPunct="1">
              <a:lnSpc>
                <a:spcPct val="85000"/>
              </a:lnSpc>
              <a:spcBef>
                <a:spcPct val="0"/>
              </a:spcBef>
              <a:buNone/>
              <a:defRPr sz="3600" b="0" kern="1200" spc="-50" baseline="0">
                <a:solidFill>
                  <a:srgbClr val="FFFFFF"/>
                </a:solidFill>
                <a:latin typeface="+mj-lt"/>
                <a:ea typeface="+mj-ea"/>
                <a:cs typeface="+mj-cs"/>
              </a:defRPr>
            </a:lvl1pPr>
          </a:lstStyle>
          <a:p>
            <a:r>
              <a:rPr lang="en-US" sz="1400" dirty="0"/>
              <a:t>Source : </a:t>
            </a:r>
            <a:r>
              <a:rPr lang="en-IN" sz="1400" dirty="0">
                <a:hlinkClick r:id="rId4"/>
              </a:rPr>
              <a:t>http://bl.ocks.org/phuonghuynh/raw/54a2f97950feadb45b07/</a:t>
            </a:r>
            <a:endParaRPr lang="en-US" dirty="0"/>
          </a:p>
        </p:txBody>
      </p:sp>
    </p:spTree>
    <p:extLst>
      <p:ext uri="{BB962C8B-B14F-4D97-AF65-F5344CB8AC3E}">
        <p14:creationId xmlns:p14="http://schemas.microsoft.com/office/powerpoint/2010/main" val="30924939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1059055" y="5145258"/>
            <a:ext cx="10113645" cy="822960"/>
          </a:xfrm>
          <a:prstGeom prst="rect">
            <a:avLst/>
          </a:prstGeom>
        </p:spPr>
        <p:txBody>
          <a:bodyPr vert="horz" lIns="91440" tIns="0" rIns="91440" bIns="0" rtlCol="0" anchor="t">
            <a:noAutofit/>
          </a:bodyPr>
          <a:lstStyle>
            <a:lvl1pPr algn="l" defTabSz="914400" rtl="0" eaLnBrk="1" latinLnBrk="0" hangingPunct="1">
              <a:lnSpc>
                <a:spcPct val="85000"/>
              </a:lnSpc>
              <a:spcBef>
                <a:spcPct val="0"/>
              </a:spcBef>
              <a:buNone/>
              <a:defRPr sz="3600" b="0" kern="1200" spc="-50" baseline="0">
                <a:solidFill>
                  <a:srgbClr val="FFFFFF"/>
                </a:solidFill>
                <a:latin typeface="+mj-lt"/>
                <a:ea typeface="+mj-ea"/>
                <a:cs typeface="+mj-cs"/>
              </a:defRPr>
            </a:lvl1pPr>
          </a:lstStyle>
          <a:p>
            <a:r>
              <a:rPr lang="en-US" dirty="0"/>
              <a:t>Visualization 6 : CO</a:t>
            </a:r>
            <a:r>
              <a:rPr lang="en-US" sz="2000" dirty="0"/>
              <a:t>2 </a:t>
            </a:r>
            <a:r>
              <a:rPr lang="en-US" dirty="0"/>
              <a:t>Emission - Country</a:t>
            </a:r>
          </a:p>
        </p:txBody>
      </p:sp>
      <p:sp>
        <p:nvSpPr>
          <p:cNvPr id="6" name="Title 1"/>
          <p:cNvSpPr txBox="1">
            <a:spLocks/>
          </p:cNvSpPr>
          <p:nvPr/>
        </p:nvSpPr>
        <p:spPr>
          <a:xfrm>
            <a:off x="1059055" y="6143197"/>
            <a:ext cx="9236119" cy="445067"/>
          </a:xfrm>
          <a:prstGeom prst="rect">
            <a:avLst/>
          </a:prstGeom>
        </p:spPr>
        <p:txBody>
          <a:bodyPr vert="horz" lIns="91440" tIns="0" rIns="91440" bIns="0" rtlCol="0" anchor="t">
            <a:noAutofit/>
          </a:bodyPr>
          <a:lstStyle>
            <a:lvl1pPr algn="l" defTabSz="914400" rtl="0" eaLnBrk="1" latinLnBrk="0" hangingPunct="1">
              <a:lnSpc>
                <a:spcPct val="85000"/>
              </a:lnSpc>
              <a:spcBef>
                <a:spcPct val="0"/>
              </a:spcBef>
              <a:buNone/>
              <a:defRPr sz="3600" b="0" kern="1200" spc="-50" baseline="0">
                <a:solidFill>
                  <a:srgbClr val="FFFFFF"/>
                </a:solidFill>
                <a:latin typeface="+mj-lt"/>
                <a:ea typeface="+mj-ea"/>
                <a:cs typeface="+mj-cs"/>
              </a:defRPr>
            </a:lvl1pPr>
          </a:lstStyle>
          <a:p>
            <a:r>
              <a:rPr lang="en-US" sz="1400" dirty="0"/>
              <a:t>Source : </a:t>
            </a:r>
            <a:r>
              <a:rPr lang="en-IN" sz="1400" dirty="0">
                <a:hlinkClick r:id="rId2"/>
              </a:rPr>
              <a:t>http://bl.ocks.org/phuonghuynh/raw/54a2f97950feadb45b07/</a:t>
            </a:r>
            <a:endParaRPr lang="en-US"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15877" y="0"/>
            <a:ext cx="5707579" cy="4894180"/>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6597" y="0"/>
            <a:ext cx="5669280" cy="4898093"/>
          </a:xfrm>
          <a:prstGeom prst="rect">
            <a:avLst/>
          </a:prstGeom>
        </p:spPr>
      </p:pic>
    </p:spTree>
    <p:extLst>
      <p:ext uri="{BB962C8B-B14F-4D97-AF65-F5344CB8AC3E}">
        <p14:creationId xmlns:p14="http://schemas.microsoft.com/office/powerpoint/2010/main" val="4343924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343323876"/>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02006FA4-1611-4B07-AF7F-85CF6D20EB3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4AE901BC-D190-49E6-8B33-2F32A0F2BF0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Retrospect</Template>
  <TotalTime>0</TotalTime>
  <Words>302</Words>
  <Application>Microsoft Office PowerPoint</Application>
  <PresentationFormat>Widescreen</PresentationFormat>
  <Paragraphs>53</Paragraphs>
  <Slides>11</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Calibri</vt:lpstr>
      <vt:lpstr>Calibri Light</vt:lpstr>
      <vt:lpstr>Wingdings</vt:lpstr>
      <vt:lpstr>Retrospect</vt:lpstr>
      <vt:lpstr>Before The Floods... </vt:lpstr>
      <vt:lpstr>Presentation Contents</vt:lpstr>
      <vt:lpstr>Project Visualization</vt:lpstr>
      <vt:lpstr>PowerPoint Presentation</vt:lpstr>
      <vt:lpstr>Visualization 1 : Selection of City and Weather Graph.</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
  <cp:revision>1</cp:revision>
  <dcterms:created xsi:type="dcterms:W3CDTF">2017-02-20T00:46:58Z</dcterms:created>
  <dcterms:modified xsi:type="dcterms:W3CDTF">2017-02-23T18:28:38Z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TC030395169991</vt:lpwstr>
  </property>
</Properties>
</file>